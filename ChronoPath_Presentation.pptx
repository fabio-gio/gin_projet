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sldIdLst>
    <p:sldId id="256" r:id="rId5"/>
    <p:sldId id="257" r:id="rId6"/>
    <p:sldId id="258" r:id="rId7"/>
    <p:sldId id="259" r:id="rId8"/>
    <p:sldId id="268" r:id="rId9"/>
    <p:sldId id="269" r:id="rId10"/>
    <p:sldId id="262" r:id="rId11"/>
    <p:sldId id="265" r:id="rId12"/>
    <p:sldId id="270" r:id="rId13"/>
    <p:sldId id="267" r:id="rId1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DFFFFF-B08E-4228-AF3E-A777D9D520E4}" v="210" dt="2026-06-01T07:12:23.080"/>
    <p1510:client id="{D7FBF17F-F930-4C75-935A-476591B0B09D}" v="225" dt="2026-06-01T07:20:23.6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0565" autoAdjust="0"/>
  </p:normalViewPr>
  <p:slideViewPr>
    <p:cSldViewPr snapToGrid="0">
      <p:cViewPr varScale="1">
        <p:scale>
          <a:sx n="77" d="100"/>
          <a:sy n="77" d="100"/>
        </p:scale>
        <p:origin x="883" y="58"/>
      </p:cViewPr>
      <p:guideLst/>
    </p:cSldViewPr>
  </p:slideViewPr>
  <p:notesTextViewPr>
    <p:cViewPr>
      <p:scale>
        <a:sx n="1" d="1"/>
        <a:sy n="1" d="1"/>
      </p:scale>
      <p:origin x="0" y="-682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hiesser Mathis" userId="b47ba13d-b521-430f-81e6-e15e56bc5a77" providerId="ADAL" clId="{DC098AA2-EA73-415F-840D-60C9EDB678FC}"/>
    <pc:docChg chg="undo custSel addSld delSld modSld sldOrd">
      <pc:chgData name="Schiesser Mathis" userId="b47ba13d-b521-430f-81e6-e15e56bc5a77" providerId="ADAL" clId="{DC098AA2-EA73-415F-840D-60C9EDB678FC}" dt="2026-06-01T07:20:23.641" v="828" actId="20577"/>
      <pc:docMkLst>
        <pc:docMk/>
      </pc:docMkLst>
      <pc:sldChg chg="addSp delSp modSp mod">
        <pc:chgData name="Schiesser Mathis" userId="b47ba13d-b521-430f-81e6-e15e56bc5a77" providerId="ADAL" clId="{DC098AA2-EA73-415F-840D-60C9EDB678FC}" dt="2026-06-01T07:14:46.147" v="771" actId="478"/>
        <pc:sldMkLst>
          <pc:docMk/>
          <pc:sldMk cId="2515313489" sldId="256"/>
        </pc:sldMkLst>
        <pc:spChg chg="add del mod">
          <ac:chgData name="Schiesser Mathis" userId="b47ba13d-b521-430f-81e6-e15e56bc5a77" providerId="ADAL" clId="{DC098AA2-EA73-415F-840D-60C9EDB678FC}" dt="2026-06-01T07:14:46.147" v="771" actId="478"/>
          <ac:spMkLst>
            <pc:docMk/>
            <pc:sldMk cId="2515313489" sldId="256"/>
            <ac:spMk id="3" creationId="{317D7691-BCC3-D52B-AB4D-859317FBAD54}"/>
          </ac:spMkLst>
        </pc:spChg>
        <pc:spChg chg="add del mod">
          <ac:chgData name="Schiesser Mathis" userId="b47ba13d-b521-430f-81e6-e15e56bc5a77" providerId="ADAL" clId="{DC098AA2-EA73-415F-840D-60C9EDB678FC}" dt="2026-06-01T07:14:45.746" v="770" actId="478"/>
          <ac:spMkLst>
            <pc:docMk/>
            <pc:sldMk cId="2515313489" sldId="256"/>
            <ac:spMk id="4" creationId="{1DE01912-E755-437E-95BD-01B477C9BB8D}"/>
          </ac:spMkLst>
        </pc:spChg>
        <pc:spChg chg="add del mod">
          <ac:chgData name="Schiesser Mathis" userId="b47ba13d-b521-430f-81e6-e15e56bc5a77" providerId="ADAL" clId="{DC098AA2-EA73-415F-840D-60C9EDB678FC}" dt="2026-06-01T07:14:46.147" v="771" actId="478"/>
          <ac:spMkLst>
            <pc:docMk/>
            <pc:sldMk cId="2515313489" sldId="256"/>
            <ac:spMk id="10" creationId="{A742E245-DD22-A80F-9A23-34CD59077A15}"/>
          </ac:spMkLst>
        </pc:spChg>
        <pc:picChg chg="add mod modCrop">
          <ac:chgData name="Schiesser Mathis" userId="b47ba13d-b521-430f-81e6-e15e56bc5a77" providerId="ADAL" clId="{DC098AA2-EA73-415F-840D-60C9EDB678FC}" dt="2026-06-01T07:13:59.938" v="762" actId="1076"/>
          <ac:picMkLst>
            <pc:docMk/>
            <pc:sldMk cId="2515313489" sldId="256"/>
            <ac:picMk id="6" creationId="{8AB6A35A-E4D6-1141-A3C1-09D73C949665}"/>
          </ac:picMkLst>
        </pc:picChg>
        <pc:picChg chg="add mod">
          <ac:chgData name="Schiesser Mathis" userId="b47ba13d-b521-430f-81e6-e15e56bc5a77" providerId="ADAL" clId="{DC098AA2-EA73-415F-840D-60C9EDB678FC}" dt="2026-06-01T07:14:10.071" v="765" actId="1076"/>
          <ac:picMkLst>
            <pc:docMk/>
            <pc:sldMk cId="2515313489" sldId="256"/>
            <ac:picMk id="8" creationId="{8755FA51-59A5-87F4-9979-EF8446CE6C64}"/>
          </ac:picMkLst>
        </pc:picChg>
      </pc:sldChg>
      <pc:sldChg chg="addSp modSp mod">
        <pc:chgData name="Schiesser Mathis" userId="b47ba13d-b521-430f-81e6-e15e56bc5a77" providerId="ADAL" clId="{DC098AA2-EA73-415F-840D-60C9EDB678FC}" dt="2026-05-27T11:51:36.376" v="475" actId="14100"/>
        <pc:sldMkLst>
          <pc:docMk/>
          <pc:sldMk cId="1235948489" sldId="257"/>
        </pc:sldMkLst>
        <pc:graphicFrameChg chg="mod modGraphic">
          <ac:chgData name="Schiesser Mathis" userId="b47ba13d-b521-430f-81e6-e15e56bc5a77" providerId="ADAL" clId="{DC098AA2-EA73-415F-840D-60C9EDB678FC}" dt="2026-05-27T11:51:15.246" v="469"/>
          <ac:graphicFrameMkLst>
            <pc:docMk/>
            <pc:sldMk cId="1235948489" sldId="257"/>
            <ac:graphicFrameMk id="5" creationId="{257967A1-7D91-F274-8EFA-10D020364D40}"/>
          </ac:graphicFrameMkLst>
        </pc:graphicFrameChg>
        <pc:picChg chg="add mod">
          <ac:chgData name="Schiesser Mathis" userId="b47ba13d-b521-430f-81e6-e15e56bc5a77" providerId="ADAL" clId="{DC098AA2-EA73-415F-840D-60C9EDB678FC}" dt="2026-05-27T11:51:36.376" v="475" actId="14100"/>
          <ac:picMkLst>
            <pc:docMk/>
            <pc:sldMk cId="1235948489" sldId="257"/>
            <ac:picMk id="4" creationId="{C555DE86-AEC9-EE0C-E2BE-28EA347579CB}"/>
          </ac:picMkLst>
        </pc:picChg>
      </pc:sldChg>
      <pc:sldChg chg="modSp add mod ord setBg">
        <pc:chgData name="Schiesser Mathis" userId="b47ba13d-b521-430f-81e6-e15e56bc5a77" providerId="ADAL" clId="{DC098AA2-EA73-415F-840D-60C9EDB678FC}" dt="2026-06-01T06:50:14.990" v="710" actId="20577"/>
        <pc:sldMkLst>
          <pc:docMk/>
          <pc:sldMk cId="0" sldId="258"/>
        </pc:sldMkLst>
        <pc:spChg chg="mod">
          <ac:chgData name="Schiesser Mathis" userId="b47ba13d-b521-430f-81e6-e15e56bc5a77" providerId="ADAL" clId="{DC098AA2-EA73-415F-840D-60C9EDB678FC}" dt="2026-06-01T06:50:14.990" v="710" actId="20577"/>
          <ac:spMkLst>
            <pc:docMk/>
            <pc:sldMk cId="0" sldId="258"/>
            <ac:spMk id="3" creationId="{00000000-0000-0000-0000-000000000000}"/>
          </ac:spMkLst>
        </pc:spChg>
      </pc:sldChg>
      <pc:sldChg chg="del">
        <pc:chgData name="Schiesser Mathis" userId="b47ba13d-b521-430f-81e6-e15e56bc5a77" providerId="ADAL" clId="{DC098AA2-EA73-415F-840D-60C9EDB678FC}" dt="2026-06-01T06:41:18.959" v="532" actId="47"/>
        <pc:sldMkLst>
          <pc:docMk/>
          <pc:sldMk cId="4179477449" sldId="260"/>
        </pc:sldMkLst>
      </pc:sldChg>
      <pc:sldChg chg="modSp add del ord modNotesTx">
        <pc:chgData name="Schiesser Mathis" userId="b47ba13d-b521-430f-81e6-e15e56bc5a77" providerId="ADAL" clId="{DC098AA2-EA73-415F-840D-60C9EDB678FC}" dt="2026-06-01T06:39:00.875" v="529" actId="47"/>
        <pc:sldMkLst>
          <pc:docMk/>
          <pc:sldMk cId="3852297614" sldId="261"/>
        </pc:sldMkLst>
      </pc:sldChg>
      <pc:sldChg chg="modSp mod">
        <pc:chgData name="Schiesser Mathis" userId="b47ba13d-b521-430f-81e6-e15e56bc5a77" providerId="ADAL" clId="{DC098AA2-EA73-415F-840D-60C9EDB678FC}" dt="2026-06-01T06:42:24.445" v="535" actId="20577"/>
        <pc:sldMkLst>
          <pc:docMk/>
          <pc:sldMk cId="1618346120" sldId="262"/>
        </pc:sldMkLst>
        <pc:spChg chg="mod">
          <ac:chgData name="Schiesser Mathis" userId="b47ba13d-b521-430f-81e6-e15e56bc5a77" providerId="ADAL" clId="{DC098AA2-EA73-415F-840D-60C9EDB678FC}" dt="2026-06-01T06:42:24.445" v="535" actId="20577"/>
          <ac:spMkLst>
            <pc:docMk/>
            <pc:sldMk cId="1618346120" sldId="262"/>
            <ac:spMk id="3" creationId="{E341A179-E880-4557-97E7-872DA8C443FA}"/>
          </ac:spMkLst>
        </pc:spChg>
      </pc:sldChg>
      <pc:sldChg chg="del">
        <pc:chgData name="Schiesser Mathis" userId="b47ba13d-b521-430f-81e6-e15e56bc5a77" providerId="ADAL" clId="{DC098AA2-EA73-415F-840D-60C9EDB678FC}" dt="2026-06-01T06:45:52.367" v="556" actId="47"/>
        <pc:sldMkLst>
          <pc:docMk/>
          <pc:sldMk cId="2787614127" sldId="263"/>
        </pc:sldMkLst>
      </pc:sldChg>
      <pc:sldChg chg="del">
        <pc:chgData name="Schiesser Mathis" userId="b47ba13d-b521-430f-81e6-e15e56bc5a77" providerId="ADAL" clId="{DC098AA2-EA73-415F-840D-60C9EDB678FC}" dt="2026-06-01T06:35:30.048" v="479" actId="47"/>
        <pc:sldMkLst>
          <pc:docMk/>
          <pc:sldMk cId="4204832494" sldId="264"/>
        </pc:sldMkLst>
      </pc:sldChg>
      <pc:sldChg chg="addSp delSp modSp add mod setBg">
        <pc:chgData name="Schiesser Mathis" userId="b47ba13d-b521-430f-81e6-e15e56bc5a77" providerId="ADAL" clId="{DC098AA2-EA73-415F-840D-60C9EDB678FC}" dt="2026-06-01T07:16:06.006" v="781" actId="20577"/>
        <pc:sldMkLst>
          <pc:docMk/>
          <pc:sldMk cId="0" sldId="265"/>
        </pc:sldMkLst>
        <pc:spChg chg="del">
          <ac:chgData name="Schiesser Mathis" userId="b47ba13d-b521-430f-81e6-e15e56bc5a77" providerId="ADAL" clId="{DC098AA2-EA73-415F-840D-60C9EDB678FC}" dt="2026-06-01T06:46:40.047" v="563" actId="478"/>
          <ac:spMkLst>
            <pc:docMk/>
            <pc:sldMk cId="0" sldId="265"/>
            <ac:spMk id="2" creationId="{00000000-0000-0000-0000-000000000000}"/>
          </ac:spMkLst>
        </pc:spChg>
        <pc:spChg chg="mod">
          <ac:chgData name="Schiesser Mathis" userId="b47ba13d-b521-430f-81e6-e15e56bc5a77" providerId="ADAL" clId="{DC098AA2-EA73-415F-840D-60C9EDB678FC}" dt="2026-06-01T06:47:10.585" v="598" actId="1076"/>
          <ac:spMkLst>
            <pc:docMk/>
            <pc:sldMk cId="0" sldId="265"/>
            <ac:spMk id="3" creationId="{00000000-0000-0000-0000-000000000000}"/>
          </ac:spMkLst>
        </pc:spChg>
        <pc:spChg chg="mod">
          <ac:chgData name="Schiesser Mathis" userId="b47ba13d-b521-430f-81e6-e15e56bc5a77" providerId="ADAL" clId="{DC098AA2-EA73-415F-840D-60C9EDB678FC}" dt="2026-06-01T06:46:28.404" v="559" actId="20577"/>
          <ac:spMkLst>
            <pc:docMk/>
            <pc:sldMk cId="0" sldId="265"/>
            <ac:spMk id="6" creationId="{00000000-0000-0000-0000-000000000000}"/>
          </ac:spMkLst>
        </pc:spChg>
        <pc:spChg chg="mod">
          <ac:chgData name="Schiesser Mathis" userId="b47ba13d-b521-430f-81e6-e15e56bc5a77" providerId="ADAL" clId="{DC098AA2-EA73-415F-840D-60C9EDB678FC}" dt="2026-06-01T06:46:31.119" v="562" actId="20577"/>
          <ac:spMkLst>
            <pc:docMk/>
            <pc:sldMk cId="0" sldId="265"/>
            <ac:spMk id="18" creationId="{00000000-0000-0000-0000-000000000000}"/>
          </ac:spMkLst>
        </pc:spChg>
        <pc:spChg chg="mod">
          <ac:chgData name="Schiesser Mathis" userId="b47ba13d-b521-430f-81e6-e15e56bc5a77" providerId="ADAL" clId="{DC098AA2-EA73-415F-840D-60C9EDB678FC}" dt="2026-06-01T07:16:06.006" v="781" actId="20577"/>
          <ac:spMkLst>
            <pc:docMk/>
            <pc:sldMk cId="0" sldId="265"/>
            <ac:spMk id="23" creationId="{00000000-0000-0000-0000-000000000000}"/>
          </ac:spMkLst>
        </pc:spChg>
        <pc:spChg chg="mod">
          <ac:chgData name="Schiesser Mathis" userId="b47ba13d-b521-430f-81e6-e15e56bc5a77" providerId="ADAL" clId="{DC098AA2-EA73-415F-840D-60C9EDB678FC}" dt="2026-06-01T06:44:06.048" v="538" actId="20577"/>
          <ac:spMkLst>
            <pc:docMk/>
            <pc:sldMk cId="0" sldId="265"/>
            <ac:spMk id="24" creationId="{00000000-0000-0000-0000-000000000000}"/>
          </ac:spMkLst>
        </pc:spChg>
        <pc:spChg chg="add mod">
          <ac:chgData name="Schiesser Mathis" userId="b47ba13d-b521-430f-81e6-e15e56bc5a77" providerId="ADAL" clId="{DC098AA2-EA73-415F-840D-60C9EDB678FC}" dt="2026-06-01T06:47:43.238" v="653" actId="790"/>
          <ac:spMkLst>
            <pc:docMk/>
            <pc:sldMk cId="0" sldId="265"/>
            <ac:spMk id="25" creationId="{A73A5F10-6849-F2B9-7613-64E2A7A44569}"/>
          </ac:spMkLst>
        </pc:spChg>
      </pc:sldChg>
      <pc:sldChg chg="add del">
        <pc:chgData name="Schiesser Mathis" userId="b47ba13d-b521-430f-81e6-e15e56bc5a77" providerId="ADAL" clId="{DC098AA2-EA73-415F-840D-60C9EDB678FC}" dt="2026-06-01T06:39:02.110" v="530" actId="47"/>
        <pc:sldMkLst>
          <pc:docMk/>
          <pc:sldMk cId="22184459" sldId="265"/>
        </pc:sldMkLst>
      </pc:sldChg>
      <pc:sldChg chg="modSp new del mod">
        <pc:chgData name="Schiesser Mathis" userId="b47ba13d-b521-430f-81e6-e15e56bc5a77" providerId="ADAL" clId="{DC098AA2-EA73-415F-840D-60C9EDB678FC}" dt="2026-06-01T06:44:33.456" v="544" actId="47"/>
        <pc:sldMkLst>
          <pc:docMk/>
          <pc:sldMk cId="2642098008" sldId="266"/>
        </pc:sldMkLst>
      </pc:sldChg>
      <pc:sldChg chg="addSp delSp modSp add mod ord setBg">
        <pc:chgData name="Schiesser Mathis" userId="b47ba13d-b521-430f-81e6-e15e56bc5a77" providerId="ADAL" clId="{DC098AA2-EA73-415F-840D-60C9EDB678FC}" dt="2026-06-01T06:49:45.817" v="700" actId="20577"/>
        <pc:sldMkLst>
          <pc:docMk/>
          <pc:sldMk cId="0" sldId="267"/>
        </pc:sldMkLst>
        <pc:spChg chg="del">
          <ac:chgData name="Schiesser Mathis" userId="b47ba13d-b521-430f-81e6-e15e56bc5a77" providerId="ADAL" clId="{DC098AA2-EA73-415F-840D-60C9EDB678FC}" dt="2026-06-01T06:49:36.454" v="689" actId="478"/>
          <ac:spMkLst>
            <pc:docMk/>
            <pc:sldMk cId="0" sldId="267"/>
            <ac:spMk id="2" creationId="{00000000-0000-0000-0000-000000000000}"/>
          </ac:spMkLst>
        </pc:spChg>
        <pc:spChg chg="del">
          <ac:chgData name="Schiesser Mathis" userId="b47ba13d-b521-430f-81e6-e15e56bc5a77" providerId="ADAL" clId="{DC098AA2-EA73-415F-840D-60C9EDB678FC}" dt="2026-06-01T06:45:43.319" v="552" actId="478"/>
          <ac:spMkLst>
            <pc:docMk/>
            <pc:sldMk cId="0" sldId="267"/>
            <ac:spMk id="12" creationId="{00000000-0000-0000-0000-000000000000}"/>
          </ac:spMkLst>
        </pc:spChg>
        <pc:spChg chg="del">
          <ac:chgData name="Schiesser Mathis" userId="b47ba13d-b521-430f-81e6-e15e56bc5a77" providerId="ADAL" clId="{DC098AA2-EA73-415F-840D-60C9EDB678FC}" dt="2026-06-01T06:45:47.120" v="555" actId="478"/>
          <ac:spMkLst>
            <pc:docMk/>
            <pc:sldMk cId="0" sldId="267"/>
            <ac:spMk id="13" creationId="{00000000-0000-0000-0000-000000000000}"/>
          </ac:spMkLst>
        </pc:spChg>
        <pc:spChg chg="del">
          <ac:chgData name="Schiesser Mathis" userId="b47ba13d-b521-430f-81e6-e15e56bc5a77" providerId="ADAL" clId="{DC098AA2-EA73-415F-840D-60C9EDB678FC}" dt="2026-06-01T06:45:45.902" v="554" actId="478"/>
          <ac:spMkLst>
            <pc:docMk/>
            <pc:sldMk cId="0" sldId="267"/>
            <ac:spMk id="14" creationId="{00000000-0000-0000-0000-000000000000}"/>
          </ac:spMkLst>
        </pc:spChg>
        <pc:spChg chg="del">
          <ac:chgData name="Schiesser Mathis" userId="b47ba13d-b521-430f-81e6-e15e56bc5a77" providerId="ADAL" clId="{DC098AA2-EA73-415F-840D-60C9EDB678FC}" dt="2026-06-01T06:45:44.716" v="553" actId="478"/>
          <ac:spMkLst>
            <pc:docMk/>
            <pc:sldMk cId="0" sldId="267"/>
            <ac:spMk id="15" creationId="{00000000-0000-0000-0000-000000000000}"/>
          </ac:spMkLst>
        </pc:spChg>
        <pc:spChg chg="del">
          <ac:chgData name="Schiesser Mathis" userId="b47ba13d-b521-430f-81e6-e15e56bc5a77" providerId="ADAL" clId="{DC098AA2-EA73-415F-840D-60C9EDB678FC}" dt="2026-06-01T06:45:34.456" v="549" actId="478"/>
          <ac:spMkLst>
            <pc:docMk/>
            <pc:sldMk cId="0" sldId="267"/>
            <ac:spMk id="16" creationId="{00000000-0000-0000-0000-000000000000}"/>
          </ac:spMkLst>
        </pc:spChg>
        <pc:spChg chg="del">
          <ac:chgData name="Schiesser Mathis" userId="b47ba13d-b521-430f-81e6-e15e56bc5a77" providerId="ADAL" clId="{DC098AA2-EA73-415F-840D-60C9EDB678FC}" dt="2026-06-01T06:45:33.368" v="548" actId="478"/>
          <ac:spMkLst>
            <pc:docMk/>
            <pc:sldMk cId="0" sldId="267"/>
            <ac:spMk id="17" creationId="{00000000-0000-0000-0000-000000000000}"/>
          </ac:spMkLst>
        </pc:spChg>
        <pc:spChg chg="del">
          <ac:chgData name="Schiesser Mathis" userId="b47ba13d-b521-430f-81e6-e15e56bc5a77" providerId="ADAL" clId="{DC098AA2-EA73-415F-840D-60C9EDB678FC}" dt="2026-06-01T06:45:36.103" v="550" actId="478"/>
          <ac:spMkLst>
            <pc:docMk/>
            <pc:sldMk cId="0" sldId="267"/>
            <ac:spMk id="18" creationId="{00000000-0000-0000-0000-000000000000}"/>
          </ac:spMkLst>
        </pc:spChg>
        <pc:spChg chg="del">
          <ac:chgData name="Schiesser Mathis" userId="b47ba13d-b521-430f-81e6-e15e56bc5a77" providerId="ADAL" clId="{DC098AA2-EA73-415F-840D-60C9EDB678FC}" dt="2026-06-01T06:45:38.050" v="551" actId="478"/>
          <ac:spMkLst>
            <pc:docMk/>
            <pc:sldMk cId="0" sldId="267"/>
            <ac:spMk id="19" creationId="{00000000-0000-0000-0000-000000000000}"/>
          </ac:spMkLst>
        </pc:spChg>
        <pc:spChg chg="add mod">
          <ac:chgData name="Schiesser Mathis" userId="b47ba13d-b521-430f-81e6-e15e56bc5a77" providerId="ADAL" clId="{DC098AA2-EA73-415F-840D-60C9EDB678FC}" dt="2026-06-01T06:49:45.817" v="700" actId="20577"/>
          <ac:spMkLst>
            <pc:docMk/>
            <pc:sldMk cId="0" sldId="267"/>
            <ac:spMk id="20" creationId="{96AD0A0B-30FD-82E5-CBD7-A9FE99C742BE}"/>
          </ac:spMkLst>
        </pc:spChg>
      </pc:sldChg>
      <pc:sldChg chg="addSp delSp modSp new del mod">
        <pc:chgData name="Schiesser Mathis" userId="b47ba13d-b521-430f-81e6-e15e56bc5a77" providerId="ADAL" clId="{DC098AA2-EA73-415F-840D-60C9EDB678FC}" dt="2026-06-01T06:44:01.592" v="537" actId="47"/>
        <pc:sldMkLst>
          <pc:docMk/>
          <pc:sldMk cId="1545011384" sldId="267"/>
        </pc:sldMkLst>
      </pc:sldChg>
      <pc:sldChg chg="addSp delSp modSp add mod ord setBg">
        <pc:chgData name="Schiesser Mathis" userId="b47ba13d-b521-430f-81e6-e15e56bc5a77" providerId="ADAL" clId="{DC098AA2-EA73-415F-840D-60C9EDB678FC}" dt="2026-06-01T06:37:31.029" v="525" actId="20577"/>
        <pc:sldMkLst>
          <pc:docMk/>
          <pc:sldMk cId="0" sldId="268"/>
        </pc:sldMkLst>
        <pc:spChg chg="del">
          <ac:chgData name="Schiesser Mathis" userId="b47ba13d-b521-430f-81e6-e15e56bc5a77" providerId="ADAL" clId="{DC098AA2-EA73-415F-840D-60C9EDB678FC}" dt="2026-06-01T06:35:35.821" v="480" actId="478"/>
          <ac:spMkLst>
            <pc:docMk/>
            <pc:sldMk cId="0" sldId="268"/>
            <ac:spMk id="2" creationId="{00000000-0000-0000-0000-000000000000}"/>
          </ac:spMkLst>
        </pc:spChg>
        <pc:spChg chg="mod">
          <ac:chgData name="Schiesser Mathis" userId="b47ba13d-b521-430f-81e6-e15e56bc5a77" providerId="ADAL" clId="{DC098AA2-EA73-415F-840D-60C9EDB678FC}" dt="2026-06-01T06:37:31.029" v="525" actId="20577"/>
          <ac:spMkLst>
            <pc:docMk/>
            <pc:sldMk cId="0" sldId="268"/>
            <ac:spMk id="10" creationId="{00000000-0000-0000-0000-000000000000}"/>
          </ac:spMkLst>
        </pc:spChg>
        <pc:spChg chg="add mod">
          <ac:chgData name="Schiesser Mathis" userId="b47ba13d-b521-430f-81e6-e15e56bc5a77" providerId="ADAL" clId="{DC098AA2-EA73-415F-840D-60C9EDB678FC}" dt="2026-06-01T06:35:59.667" v="510" actId="1076"/>
          <ac:spMkLst>
            <pc:docMk/>
            <pc:sldMk cId="0" sldId="268"/>
            <ac:spMk id="32" creationId="{4F9D7F29-CB1F-AE51-CD7D-BA98170FBD51}"/>
          </ac:spMkLst>
        </pc:spChg>
      </pc:sldChg>
      <pc:sldChg chg="addSp delSp modSp add mod setBg">
        <pc:chgData name="Schiesser Mathis" userId="b47ba13d-b521-430f-81e6-e15e56bc5a77" providerId="ADAL" clId="{DC098AA2-EA73-415F-840D-60C9EDB678FC}" dt="2026-06-01T06:51:17.708" v="748" actId="20577"/>
        <pc:sldMkLst>
          <pc:docMk/>
          <pc:sldMk cId="0" sldId="269"/>
        </pc:sldMkLst>
        <pc:spChg chg="del">
          <ac:chgData name="Schiesser Mathis" userId="b47ba13d-b521-430f-81e6-e15e56bc5a77" providerId="ADAL" clId="{DC098AA2-EA73-415F-840D-60C9EDB678FC}" dt="2026-06-01T06:50:22.825" v="711" actId="478"/>
          <ac:spMkLst>
            <pc:docMk/>
            <pc:sldMk cId="0" sldId="269"/>
            <ac:spMk id="2" creationId="{00000000-0000-0000-0000-000000000000}"/>
          </ac:spMkLst>
        </pc:spChg>
        <pc:spChg chg="del mod">
          <ac:chgData name="Schiesser Mathis" userId="b47ba13d-b521-430f-81e6-e15e56bc5a77" providerId="ADAL" clId="{DC098AA2-EA73-415F-840D-60C9EDB678FC}" dt="2026-06-01T06:51:02.116" v="726" actId="478"/>
          <ac:spMkLst>
            <pc:docMk/>
            <pc:sldMk cId="0" sldId="269"/>
            <ac:spMk id="3" creationId="{00000000-0000-0000-0000-000000000000}"/>
          </ac:spMkLst>
        </pc:spChg>
        <pc:spChg chg="add mod">
          <ac:chgData name="Schiesser Mathis" userId="b47ba13d-b521-430f-81e6-e15e56bc5a77" providerId="ADAL" clId="{DC098AA2-EA73-415F-840D-60C9EDB678FC}" dt="2026-06-01T06:51:17.708" v="748" actId="20577"/>
          <ac:spMkLst>
            <pc:docMk/>
            <pc:sldMk cId="0" sldId="269"/>
            <ac:spMk id="31" creationId="{252622C4-27D1-CC6B-C9C6-EAF9638BFC8E}"/>
          </ac:spMkLst>
        </pc:spChg>
      </pc:sldChg>
      <pc:sldChg chg="addSp delSp modSp add mod ord setBg modNotesTx">
        <pc:chgData name="Schiesser Mathis" userId="b47ba13d-b521-430f-81e6-e15e56bc5a77" providerId="ADAL" clId="{DC098AA2-EA73-415F-840D-60C9EDB678FC}" dt="2026-06-01T07:20:23.641" v="828" actId="20577"/>
        <pc:sldMkLst>
          <pc:docMk/>
          <pc:sldMk cId="0" sldId="270"/>
        </pc:sldMkLst>
        <pc:spChg chg="del">
          <ac:chgData name="Schiesser Mathis" userId="b47ba13d-b521-430f-81e6-e15e56bc5a77" providerId="ADAL" clId="{DC098AA2-EA73-415F-840D-60C9EDB678FC}" dt="2026-06-01T06:48:04.090" v="655" actId="478"/>
          <ac:spMkLst>
            <pc:docMk/>
            <pc:sldMk cId="0" sldId="270"/>
            <ac:spMk id="2" creationId="{00000000-0000-0000-0000-000000000000}"/>
          </ac:spMkLst>
        </pc:spChg>
        <pc:spChg chg="mod">
          <ac:chgData name="Schiesser Mathis" userId="b47ba13d-b521-430f-81e6-e15e56bc5a77" providerId="ADAL" clId="{DC098AA2-EA73-415F-840D-60C9EDB678FC}" dt="2026-06-01T06:48:16.314" v="679" actId="20577"/>
          <ac:spMkLst>
            <pc:docMk/>
            <pc:sldMk cId="0" sldId="270"/>
            <ac:spMk id="6" creationId="{00000000-0000-0000-0000-000000000000}"/>
          </ac:spMkLst>
        </pc:spChg>
        <pc:spChg chg="mod">
          <ac:chgData name="Schiesser Mathis" userId="b47ba13d-b521-430f-81e6-e15e56bc5a77" providerId="ADAL" clId="{DC098AA2-EA73-415F-840D-60C9EDB678FC}" dt="2026-06-01T07:19:36.955" v="824" actId="113"/>
          <ac:spMkLst>
            <pc:docMk/>
            <pc:sldMk cId="0" sldId="270"/>
            <ac:spMk id="7" creationId="{00000000-0000-0000-0000-000000000000}"/>
          </ac:spMkLst>
        </pc:spChg>
        <pc:spChg chg="mod">
          <ac:chgData name="Schiesser Mathis" userId="b47ba13d-b521-430f-81e6-e15e56bc5a77" providerId="ADAL" clId="{DC098AA2-EA73-415F-840D-60C9EDB678FC}" dt="2026-06-01T06:48:18.875" v="682" actId="20577"/>
          <ac:spMkLst>
            <pc:docMk/>
            <pc:sldMk cId="0" sldId="270"/>
            <ac:spMk id="12" creationId="{00000000-0000-0000-0000-000000000000}"/>
          </ac:spMkLst>
        </pc:spChg>
        <pc:spChg chg="mod">
          <ac:chgData name="Schiesser Mathis" userId="b47ba13d-b521-430f-81e6-e15e56bc5a77" providerId="ADAL" clId="{DC098AA2-EA73-415F-840D-60C9EDB678FC}" dt="2026-06-01T07:20:23.641" v="828" actId="20577"/>
          <ac:spMkLst>
            <pc:docMk/>
            <pc:sldMk cId="0" sldId="270"/>
            <ac:spMk id="13" creationId="{00000000-0000-0000-0000-000000000000}"/>
          </ac:spMkLst>
        </pc:spChg>
        <pc:spChg chg="add mod">
          <ac:chgData name="Schiesser Mathis" userId="b47ba13d-b521-430f-81e6-e15e56bc5a77" providerId="ADAL" clId="{DC098AA2-EA73-415F-840D-60C9EDB678FC}" dt="2026-06-01T06:48:13.156" v="676" actId="20577"/>
          <ac:spMkLst>
            <pc:docMk/>
            <pc:sldMk cId="0" sldId="270"/>
            <ac:spMk id="16" creationId="{C8642C93-688C-AFB8-573B-C0722061F068}"/>
          </ac:spMkLst>
        </pc:spChg>
      </pc:sldChg>
      <pc:sldChg chg="add del">
        <pc:chgData name="Schiesser Mathis" userId="b47ba13d-b521-430f-81e6-e15e56bc5a77" providerId="ADAL" clId="{DC098AA2-EA73-415F-840D-60C9EDB678FC}" dt="2026-06-01T06:44:26.164" v="540" actId="47"/>
        <pc:sldMkLst>
          <pc:docMk/>
          <pc:sldMk cId="1228356947" sldId="270"/>
        </pc:sldMkLst>
      </pc:sldChg>
    </pc:docChg>
  </pc:docChgLst>
  <pc:docChgLst>
    <pc:chgData name="Giovanardi Fabio" userId="f4a989cf-038f-4c93-aae6-0cbdd9f74f63" providerId="ADAL" clId="{D979BA3E-480B-4515-8F4F-734DE973C2AB}"/>
    <pc:docChg chg="undo custSel modSld">
      <pc:chgData name="Giovanardi Fabio" userId="f4a989cf-038f-4c93-aae6-0cbdd9f74f63" providerId="ADAL" clId="{D979BA3E-480B-4515-8F4F-734DE973C2AB}" dt="2026-06-01T07:12:23.080" v="228" actId="1076"/>
      <pc:docMkLst>
        <pc:docMk/>
      </pc:docMkLst>
      <pc:sldChg chg="modSp mod">
        <pc:chgData name="Giovanardi Fabio" userId="f4a989cf-038f-4c93-aae6-0cbdd9f74f63" providerId="ADAL" clId="{D979BA3E-480B-4515-8F4F-734DE973C2AB}" dt="2026-06-01T07:12:23.080" v="228" actId="1076"/>
        <pc:sldMkLst>
          <pc:docMk/>
          <pc:sldMk cId="1754514512" sldId="259"/>
        </pc:sldMkLst>
        <pc:spChg chg="mod">
          <ac:chgData name="Giovanardi Fabio" userId="f4a989cf-038f-4c93-aae6-0cbdd9f74f63" providerId="ADAL" clId="{D979BA3E-480B-4515-8F4F-734DE973C2AB}" dt="2026-05-27T12:07:41.381" v="18" actId="1076"/>
          <ac:spMkLst>
            <pc:docMk/>
            <pc:sldMk cId="1754514512" sldId="259"/>
            <ac:spMk id="2" creationId="{8D08C410-DB7E-C76B-6D87-908473567C60}"/>
          </ac:spMkLst>
        </pc:spChg>
        <pc:picChg chg="mod">
          <ac:chgData name="Giovanardi Fabio" userId="f4a989cf-038f-4c93-aae6-0cbdd9f74f63" providerId="ADAL" clId="{D979BA3E-480B-4515-8F4F-734DE973C2AB}" dt="2026-06-01T07:12:23.080" v="228" actId="1076"/>
          <ac:picMkLst>
            <pc:docMk/>
            <pc:sldMk cId="1754514512" sldId="259"/>
            <ac:picMk id="4" creationId="{0D534152-0451-1F68-A64A-2B4ED0E7923A}"/>
          </ac:picMkLst>
        </pc:picChg>
      </pc:sldChg>
      <pc:sldChg chg="modSp mod">
        <pc:chgData name="Giovanardi Fabio" userId="f4a989cf-038f-4c93-aae6-0cbdd9f74f63" providerId="ADAL" clId="{D979BA3E-480B-4515-8F4F-734DE973C2AB}" dt="2026-06-01T07:09:08.541" v="216" actId="20577"/>
        <pc:sldMkLst>
          <pc:docMk/>
          <pc:sldMk cId="0" sldId="265"/>
        </pc:sldMkLst>
        <pc:spChg chg="mod">
          <ac:chgData name="Giovanardi Fabio" userId="f4a989cf-038f-4c93-aae6-0cbdd9f74f63" providerId="ADAL" clId="{D979BA3E-480B-4515-8F4F-734DE973C2AB}" dt="2026-06-01T07:09:08.541" v="216" actId="20577"/>
          <ac:spMkLst>
            <pc:docMk/>
            <pc:sldMk cId="0" sldId="265"/>
            <ac:spMk id="12" creationId="{00000000-0000-0000-0000-000000000000}"/>
          </ac:spMkLst>
        </pc:spChg>
      </pc:sldChg>
      <pc:sldChg chg="modSp mod">
        <pc:chgData name="Giovanardi Fabio" userId="f4a989cf-038f-4c93-aae6-0cbdd9f74f63" providerId="ADAL" clId="{D979BA3E-480B-4515-8F4F-734DE973C2AB}" dt="2026-06-01T07:09:38.822" v="222" actId="20577"/>
        <pc:sldMkLst>
          <pc:docMk/>
          <pc:sldMk cId="0" sldId="267"/>
        </pc:sldMkLst>
        <pc:spChg chg="mod">
          <ac:chgData name="Giovanardi Fabio" userId="f4a989cf-038f-4c93-aae6-0cbdd9f74f63" providerId="ADAL" clId="{D979BA3E-480B-4515-8F4F-734DE973C2AB}" dt="2026-06-01T07:09:38.822" v="222" actId="20577"/>
          <ac:spMkLst>
            <pc:docMk/>
            <pc:sldMk cId="0" sldId="267"/>
            <ac:spMk id="6" creationId="{00000000-0000-0000-0000-000000000000}"/>
          </ac:spMkLst>
        </pc:spChg>
        <pc:spChg chg="mod">
          <ac:chgData name="Giovanardi Fabio" userId="f4a989cf-038f-4c93-aae6-0cbdd9f74f63" providerId="ADAL" clId="{D979BA3E-480B-4515-8F4F-734DE973C2AB}" dt="2026-06-01T07:09:37.335" v="219" actId="20577"/>
          <ac:spMkLst>
            <pc:docMk/>
            <pc:sldMk cId="0" sldId="267"/>
            <ac:spMk id="10" creationId="{00000000-0000-0000-0000-000000000000}"/>
          </ac:spMkLst>
        </pc:spChg>
      </pc:sldChg>
      <pc:sldChg chg="addSp delSp modSp mod">
        <pc:chgData name="Giovanardi Fabio" userId="f4a989cf-038f-4c93-aae6-0cbdd9f74f63" providerId="ADAL" clId="{D979BA3E-480B-4515-8F4F-734DE973C2AB}" dt="2026-06-01T07:10:30.060" v="224" actId="478"/>
        <pc:sldMkLst>
          <pc:docMk/>
          <pc:sldMk cId="0" sldId="268"/>
        </pc:sldMkLst>
        <pc:spChg chg="mod">
          <ac:chgData name="Giovanardi Fabio" userId="f4a989cf-038f-4c93-aae6-0cbdd9f74f63" providerId="ADAL" clId="{D979BA3E-480B-4515-8F4F-734DE973C2AB}" dt="2026-06-01T07:07:11.390" v="71" actId="14100"/>
          <ac:spMkLst>
            <pc:docMk/>
            <pc:sldMk cId="0" sldId="268"/>
            <ac:spMk id="3" creationId="{00000000-0000-0000-0000-000000000000}"/>
          </ac:spMkLst>
        </pc:spChg>
        <pc:spChg chg="mod">
          <ac:chgData name="Giovanardi Fabio" userId="f4a989cf-038f-4c93-aae6-0cbdd9f74f63" providerId="ADAL" clId="{D979BA3E-480B-4515-8F4F-734DE973C2AB}" dt="2026-06-01T07:02:21.344" v="39" actId="1076"/>
          <ac:spMkLst>
            <pc:docMk/>
            <pc:sldMk cId="0" sldId="268"/>
            <ac:spMk id="4" creationId="{00000000-0000-0000-0000-000000000000}"/>
          </ac:spMkLst>
        </pc:spChg>
        <pc:spChg chg="mod">
          <ac:chgData name="Giovanardi Fabio" userId="f4a989cf-038f-4c93-aae6-0cbdd9f74f63" providerId="ADAL" clId="{D979BA3E-480B-4515-8F4F-734DE973C2AB}" dt="2026-06-01T07:02:39.109" v="41" actId="1076"/>
          <ac:spMkLst>
            <pc:docMk/>
            <pc:sldMk cId="0" sldId="268"/>
            <ac:spMk id="5" creationId="{00000000-0000-0000-0000-000000000000}"/>
          </ac:spMkLst>
        </pc:spChg>
        <pc:spChg chg="mod">
          <ac:chgData name="Giovanardi Fabio" userId="f4a989cf-038f-4c93-aae6-0cbdd9f74f63" providerId="ADAL" clId="{D979BA3E-480B-4515-8F4F-734DE973C2AB}" dt="2026-06-01T07:02:39.109" v="41" actId="1076"/>
          <ac:spMkLst>
            <pc:docMk/>
            <pc:sldMk cId="0" sldId="268"/>
            <ac:spMk id="6" creationId="{00000000-0000-0000-0000-000000000000}"/>
          </ac:spMkLst>
        </pc:spChg>
        <pc:spChg chg="mod">
          <ac:chgData name="Giovanardi Fabio" userId="f4a989cf-038f-4c93-aae6-0cbdd9f74f63" providerId="ADAL" clId="{D979BA3E-480B-4515-8F4F-734DE973C2AB}" dt="2026-06-01T07:07:19.075" v="75" actId="20577"/>
          <ac:spMkLst>
            <pc:docMk/>
            <pc:sldMk cId="0" sldId="268"/>
            <ac:spMk id="8" creationId="{00000000-0000-0000-0000-000000000000}"/>
          </ac:spMkLst>
        </pc:spChg>
        <pc:spChg chg="mod">
          <ac:chgData name="Giovanardi Fabio" userId="f4a989cf-038f-4c93-aae6-0cbdd9f74f63" providerId="ADAL" clId="{D979BA3E-480B-4515-8F4F-734DE973C2AB}" dt="2026-06-01T07:07:23.322" v="85" actId="20577"/>
          <ac:spMkLst>
            <pc:docMk/>
            <pc:sldMk cId="0" sldId="268"/>
            <ac:spMk id="9" creationId="{00000000-0000-0000-0000-000000000000}"/>
          </ac:spMkLst>
        </pc:spChg>
        <pc:spChg chg="mod">
          <ac:chgData name="Giovanardi Fabio" userId="f4a989cf-038f-4c93-aae6-0cbdd9f74f63" providerId="ADAL" clId="{D979BA3E-480B-4515-8F4F-734DE973C2AB}" dt="2026-06-01T07:02:32.964" v="40" actId="1076"/>
          <ac:spMkLst>
            <pc:docMk/>
            <pc:sldMk cId="0" sldId="268"/>
            <ac:spMk id="10" creationId="{00000000-0000-0000-0000-000000000000}"/>
          </ac:spMkLst>
        </pc:spChg>
        <pc:spChg chg="mod">
          <ac:chgData name="Giovanardi Fabio" userId="f4a989cf-038f-4c93-aae6-0cbdd9f74f63" providerId="ADAL" clId="{D979BA3E-480B-4515-8F4F-734DE973C2AB}" dt="2026-06-01T07:06:41.794" v="68" actId="1076"/>
          <ac:spMkLst>
            <pc:docMk/>
            <pc:sldMk cId="0" sldId="268"/>
            <ac:spMk id="12" creationId="{00000000-0000-0000-0000-000000000000}"/>
          </ac:spMkLst>
        </pc:spChg>
        <pc:spChg chg="mod">
          <ac:chgData name="Giovanardi Fabio" userId="f4a989cf-038f-4c93-aae6-0cbdd9f74f63" providerId="ADAL" clId="{D979BA3E-480B-4515-8F4F-734DE973C2AB}" dt="2026-06-01T07:02:39.109" v="41" actId="1076"/>
          <ac:spMkLst>
            <pc:docMk/>
            <pc:sldMk cId="0" sldId="268"/>
            <ac:spMk id="13" creationId="{00000000-0000-0000-0000-000000000000}"/>
          </ac:spMkLst>
        </pc:spChg>
        <pc:spChg chg="mod">
          <ac:chgData name="Giovanardi Fabio" userId="f4a989cf-038f-4c93-aae6-0cbdd9f74f63" providerId="ADAL" clId="{D979BA3E-480B-4515-8F4F-734DE973C2AB}" dt="2026-06-01T07:01:34.784" v="32" actId="20577"/>
          <ac:spMkLst>
            <pc:docMk/>
            <pc:sldMk cId="0" sldId="268"/>
            <ac:spMk id="14" creationId="{00000000-0000-0000-0000-000000000000}"/>
          </ac:spMkLst>
        </pc:spChg>
        <pc:spChg chg="del mod">
          <ac:chgData name="Giovanardi Fabio" userId="f4a989cf-038f-4c93-aae6-0cbdd9f74f63" providerId="ADAL" clId="{D979BA3E-480B-4515-8F4F-734DE973C2AB}" dt="2026-06-01T07:05:49.058" v="57" actId="478"/>
          <ac:spMkLst>
            <pc:docMk/>
            <pc:sldMk cId="0" sldId="268"/>
            <ac:spMk id="16" creationId="{00000000-0000-0000-0000-000000000000}"/>
          </ac:spMkLst>
        </pc:spChg>
        <pc:spChg chg="mod">
          <ac:chgData name="Giovanardi Fabio" userId="f4a989cf-038f-4c93-aae6-0cbdd9f74f63" providerId="ADAL" clId="{D979BA3E-480B-4515-8F4F-734DE973C2AB}" dt="2026-06-01T07:07:07.098" v="70" actId="1076"/>
          <ac:spMkLst>
            <pc:docMk/>
            <pc:sldMk cId="0" sldId="268"/>
            <ac:spMk id="17" creationId="{00000000-0000-0000-0000-000000000000}"/>
          </ac:spMkLst>
        </pc:spChg>
        <pc:spChg chg="mod">
          <ac:chgData name="Giovanardi Fabio" userId="f4a989cf-038f-4c93-aae6-0cbdd9f74f63" providerId="ADAL" clId="{D979BA3E-480B-4515-8F4F-734DE973C2AB}" dt="2026-06-01T07:07:07.098" v="70" actId="1076"/>
          <ac:spMkLst>
            <pc:docMk/>
            <pc:sldMk cId="0" sldId="268"/>
            <ac:spMk id="18" creationId="{00000000-0000-0000-0000-000000000000}"/>
          </ac:spMkLst>
        </pc:spChg>
        <pc:spChg chg="mod">
          <ac:chgData name="Giovanardi Fabio" userId="f4a989cf-038f-4c93-aae6-0cbdd9f74f63" providerId="ADAL" clId="{D979BA3E-480B-4515-8F4F-734DE973C2AB}" dt="2026-06-01T07:07:07.098" v="70" actId="1076"/>
          <ac:spMkLst>
            <pc:docMk/>
            <pc:sldMk cId="0" sldId="268"/>
            <ac:spMk id="19" creationId="{00000000-0000-0000-0000-000000000000}"/>
          </ac:spMkLst>
        </pc:spChg>
        <pc:spChg chg="mod">
          <ac:chgData name="Giovanardi Fabio" userId="f4a989cf-038f-4c93-aae6-0cbdd9f74f63" providerId="ADAL" clId="{D979BA3E-480B-4515-8F4F-734DE973C2AB}" dt="2026-06-01T07:02:39.109" v="41" actId="1076"/>
          <ac:spMkLst>
            <pc:docMk/>
            <pc:sldMk cId="0" sldId="268"/>
            <ac:spMk id="20" creationId="{00000000-0000-0000-0000-000000000000}"/>
          </ac:spMkLst>
        </pc:spChg>
        <pc:spChg chg="mod">
          <ac:chgData name="Giovanardi Fabio" userId="f4a989cf-038f-4c93-aae6-0cbdd9f74f63" providerId="ADAL" clId="{D979BA3E-480B-4515-8F4F-734DE973C2AB}" dt="2026-06-01T07:02:21.344" v="39" actId="1076"/>
          <ac:spMkLst>
            <pc:docMk/>
            <pc:sldMk cId="0" sldId="268"/>
            <ac:spMk id="21" creationId="{00000000-0000-0000-0000-000000000000}"/>
          </ac:spMkLst>
        </pc:spChg>
        <pc:spChg chg="mod">
          <ac:chgData name="Giovanardi Fabio" userId="f4a989cf-038f-4c93-aae6-0cbdd9f74f63" providerId="ADAL" clId="{D979BA3E-480B-4515-8F4F-734DE973C2AB}" dt="2026-06-01T07:01:36.104" v="34" actId="20577"/>
          <ac:spMkLst>
            <pc:docMk/>
            <pc:sldMk cId="0" sldId="268"/>
            <ac:spMk id="22" creationId="{00000000-0000-0000-0000-000000000000}"/>
          </ac:spMkLst>
        </pc:spChg>
        <pc:spChg chg="mod">
          <ac:chgData name="Giovanardi Fabio" userId="f4a989cf-038f-4c93-aae6-0cbdd9f74f63" providerId="ADAL" clId="{D979BA3E-480B-4515-8F4F-734DE973C2AB}" dt="2026-06-01T07:02:39.109" v="41" actId="1076"/>
          <ac:spMkLst>
            <pc:docMk/>
            <pc:sldMk cId="0" sldId="268"/>
            <ac:spMk id="23" creationId="{00000000-0000-0000-0000-000000000000}"/>
          </ac:spMkLst>
        </pc:spChg>
        <pc:spChg chg="mod">
          <ac:chgData name="Giovanardi Fabio" userId="f4a989cf-038f-4c93-aae6-0cbdd9f74f63" providerId="ADAL" clId="{D979BA3E-480B-4515-8F4F-734DE973C2AB}" dt="2026-06-01T07:07:57.912" v="104" actId="20577"/>
          <ac:spMkLst>
            <pc:docMk/>
            <pc:sldMk cId="0" sldId="268"/>
            <ac:spMk id="24" creationId="{00000000-0000-0000-0000-000000000000}"/>
          </ac:spMkLst>
        </pc:spChg>
        <pc:spChg chg="mod">
          <ac:chgData name="Giovanardi Fabio" userId="f4a989cf-038f-4c93-aae6-0cbdd9f74f63" providerId="ADAL" clId="{D979BA3E-480B-4515-8F4F-734DE973C2AB}" dt="2026-06-01T07:07:54.204" v="98" actId="20577"/>
          <ac:spMkLst>
            <pc:docMk/>
            <pc:sldMk cId="0" sldId="268"/>
            <ac:spMk id="25" creationId="{00000000-0000-0000-0000-000000000000}"/>
          </ac:spMkLst>
        </pc:spChg>
        <pc:spChg chg="del mod">
          <ac:chgData name="Giovanardi Fabio" userId="f4a989cf-038f-4c93-aae6-0cbdd9f74f63" providerId="ADAL" clId="{D979BA3E-480B-4515-8F4F-734DE973C2AB}" dt="2026-06-01T07:10:30.060" v="224" actId="478"/>
          <ac:spMkLst>
            <pc:docMk/>
            <pc:sldMk cId="0" sldId="268"/>
            <ac:spMk id="27" creationId="{00000000-0000-0000-0000-000000000000}"/>
          </ac:spMkLst>
        </pc:spChg>
        <pc:spChg chg="mod">
          <ac:chgData name="Giovanardi Fabio" userId="f4a989cf-038f-4c93-aae6-0cbdd9f74f63" providerId="ADAL" clId="{D979BA3E-480B-4515-8F4F-734DE973C2AB}" dt="2026-06-01T07:03:06.472" v="51" actId="14100"/>
          <ac:spMkLst>
            <pc:docMk/>
            <pc:sldMk cId="0" sldId="268"/>
            <ac:spMk id="28" creationId="{00000000-0000-0000-0000-000000000000}"/>
          </ac:spMkLst>
        </pc:spChg>
        <pc:spChg chg="mod">
          <ac:chgData name="Giovanardi Fabio" userId="f4a989cf-038f-4c93-aae6-0cbdd9f74f63" providerId="ADAL" clId="{D979BA3E-480B-4515-8F4F-734DE973C2AB}" dt="2026-06-01T07:03:17.063" v="55" actId="14100"/>
          <ac:spMkLst>
            <pc:docMk/>
            <pc:sldMk cId="0" sldId="268"/>
            <ac:spMk id="29" creationId="{00000000-0000-0000-0000-000000000000}"/>
          </ac:spMkLst>
        </pc:spChg>
        <pc:spChg chg="mod">
          <ac:chgData name="Giovanardi Fabio" userId="f4a989cf-038f-4c93-aae6-0cbdd9f74f63" providerId="ADAL" clId="{D979BA3E-480B-4515-8F4F-734DE973C2AB}" dt="2026-06-01T07:03:24.232" v="56" actId="1076"/>
          <ac:spMkLst>
            <pc:docMk/>
            <pc:sldMk cId="0" sldId="268"/>
            <ac:spMk id="30" creationId="{00000000-0000-0000-0000-000000000000}"/>
          </ac:spMkLst>
        </pc:spChg>
        <pc:spChg chg="mod">
          <ac:chgData name="Giovanardi Fabio" userId="f4a989cf-038f-4c93-aae6-0cbdd9f74f63" providerId="ADAL" clId="{D979BA3E-480B-4515-8F4F-734DE973C2AB}" dt="2026-06-01T07:03:09.968" v="52" actId="1076"/>
          <ac:spMkLst>
            <pc:docMk/>
            <pc:sldMk cId="0" sldId="268"/>
            <ac:spMk id="31" creationId="{00000000-0000-0000-0000-000000000000}"/>
          </ac:spMkLst>
        </pc:spChg>
        <pc:spChg chg="add del mod">
          <ac:chgData name="Giovanardi Fabio" userId="f4a989cf-038f-4c93-aae6-0cbdd9f74f63" providerId="ADAL" clId="{D979BA3E-480B-4515-8F4F-734DE973C2AB}" dt="2026-06-01T07:07:38.499" v="88" actId="478"/>
          <ac:spMkLst>
            <pc:docMk/>
            <pc:sldMk cId="0" sldId="268"/>
            <ac:spMk id="32" creationId="{4F9D7F29-CB1F-AE51-CD7D-BA98170FBD51}"/>
          </ac:spMkLst>
        </pc:spChg>
      </pc:sldChg>
      <pc:sldChg chg="modSp mod">
        <pc:chgData name="Giovanardi Fabio" userId="f4a989cf-038f-4c93-aae6-0cbdd9f74f63" providerId="ADAL" clId="{D979BA3E-480B-4515-8F4F-734DE973C2AB}" dt="2026-06-01T07:08:56.122" v="210" actId="20577"/>
        <pc:sldMkLst>
          <pc:docMk/>
          <pc:sldMk cId="0" sldId="269"/>
        </pc:sldMkLst>
        <pc:spChg chg="mod">
          <ac:chgData name="Giovanardi Fabio" userId="f4a989cf-038f-4c93-aae6-0cbdd9f74f63" providerId="ADAL" clId="{D979BA3E-480B-4515-8F4F-734DE973C2AB}" dt="2026-06-01T07:08:40.598" v="119" actId="20577"/>
          <ac:spMkLst>
            <pc:docMk/>
            <pc:sldMk cId="0" sldId="269"/>
            <ac:spMk id="10" creationId="{00000000-0000-0000-0000-000000000000}"/>
          </ac:spMkLst>
        </pc:spChg>
        <pc:spChg chg="mod">
          <ac:chgData name="Giovanardi Fabio" userId="f4a989cf-038f-4c93-aae6-0cbdd9f74f63" providerId="ADAL" clId="{D979BA3E-480B-4515-8F4F-734DE973C2AB}" dt="2026-06-01T07:08:46.609" v="143" actId="20577"/>
          <ac:spMkLst>
            <pc:docMk/>
            <pc:sldMk cId="0" sldId="269"/>
            <ac:spMk id="15" creationId="{00000000-0000-0000-0000-000000000000}"/>
          </ac:spMkLst>
        </pc:spChg>
        <pc:spChg chg="mod">
          <ac:chgData name="Giovanardi Fabio" userId="f4a989cf-038f-4c93-aae6-0cbdd9f74f63" providerId="ADAL" clId="{D979BA3E-480B-4515-8F4F-734DE973C2AB}" dt="2026-06-01T07:08:51.036" v="177" actId="20577"/>
          <ac:spMkLst>
            <pc:docMk/>
            <pc:sldMk cId="0" sldId="269"/>
            <ac:spMk id="20" creationId="{00000000-0000-0000-0000-000000000000}"/>
          </ac:spMkLst>
        </pc:spChg>
        <pc:spChg chg="mod">
          <ac:chgData name="Giovanardi Fabio" userId="f4a989cf-038f-4c93-aae6-0cbdd9f74f63" providerId="ADAL" clId="{D979BA3E-480B-4515-8F4F-734DE973C2AB}" dt="2026-06-01T07:08:56.122" v="210" actId="20577"/>
          <ac:spMkLst>
            <pc:docMk/>
            <pc:sldMk cId="0" sldId="269"/>
            <ac:spMk id="30" creationId="{00000000-0000-0000-0000-000000000000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5.sv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image" Target="../media/image3.svg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5.sv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image" Target="../media/image3.svg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FE9E2A5-BDA2-436F-9AF7-9E53FB8510A6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D642B77-EF33-4E1B-8306-306EB7C389D7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noProof="0" dirty="0"/>
            <a:t>Origine / objectif du projet</a:t>
          </a:r>
        </a:p>
      </dgm:t>
    </dgm:pt>
    <dgm:pt modelId="{6C77B278-6F6B-4D14-B299-ABC03AC21CD7}" type="parTrans" cxnId="{A10F3330-BCFF-4FAB-8633-1A2C20B461D0}">
      <dgm:prSet/>
      <dgm:spPr/>
      <dgm:t>
        <a:bodyPr/>
        <a:lstStyle/>
        <a:p>
          <a:endParaRPr lang="en-US"/>
        </a:p>
      </dgm:t>
    </dgm:pt>
    <dgm:pt modelId="{09FABECA-BF5F-4677-9BA5-933112032834}" type="sibTrans" cxnId="{A10F3330-BCFF-4FAB-8633-1A2C20B461D0}">
      <dgm:prSet/>
      <dgm:spPr/>
      <dgm:t>
        <a:bodyPr/>
        <a:lstStyle/>
        <a:p>
          <a:endParaRPr lang="en-US"/>
        </a:p>
      </dgm:t>
    </dgm:pt>
    <dgm:pt modelId="{2FBC1451-D50E-469D-A2C4-F91550F6EE8D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noProof="0" dirty="0"/>
            <a:t>Diagramme GANTT</a:t>
          </a:r>
        </a:p>
      </dgm:t>
    </dgm:pt>
    <dgm:pt modelId="{D4B41707-C24F-493C-A560-4AD0B7E7974F}" type="parTrans" cxnId="{2E9A8DE4-160C-4707-8FBE-04C079715844}">
      <dgm:prSet/>
      <dgm:spPr/>
      <dgm:t>
        <a:bodyPr/>
        <a:lstStyle/>
        <a:p>
          <a:endParaRPr lang="en-US"/>
        </a:p>
      </dgm:t>
    </dgm:pt>
    <dgm:pt modelId="{FA7469EF-F34C-4E6E-9A60-0F6AE689311E}" type="sibTrans" cxnId="{2E9A8DE4-160C-4707-8FBE-04C079715844}">
      <dgm:prSet/>
      <dgm:spPr/>
      <dgm:t>
        <a:bodyPr/>
        <a:lstStyle/>
        <a:p>
          <a:endParaRPr lang="en-US"/>
        </a:p>
      </dgm:t>
    </dgm:pt>
    <dgm:pt modelId="{DC419C46-CDE1-48B5-A058-7BACAE9857BD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noProof="0" dirty="0"/>
            <a:t>Structure du code</a:t>
          </a:r>
        </a:p>
      </dgm:t>
    </dgm:pt>
    <dgm:pt modelId="{29F708DD-2FC3-423D-9CBE-9BC2FF601436}" type="parTrans" cxnId="{C8D8E9D6-BBDD-4043-B595-4073A0BB988D}">
      <dgm:prSet/>
      <dgm:spPr/>
      <dgm:t>
        <a:bodyPr/>
        <a:lstStyle/>
        <a:p>
          <a:endParaRPr lang="en-US"/>
        </a:p>
      </dgm:t>
    </dgm:pt>
    <dgm:pt modelId="{80718FB9-4106-4377-ACA5-AA5D9A5AB1F6}" type="sibTrans" cxnId="{C8D8E9D6-BBDD-4043-B595-4073A0BB988D}">
      <dgm:prSet/>
      <dgm:spPr/>
      <dgm:t>
        <a:bodyPr/>
        <a:lstStyle/>
        <a:p>
          <a:endParaRPr lang="en-US"/>
        </a:p>
      </dgm:t>
    </dgm:pt>
    <dgm:pt modelId="{C874D20F-FBC9-4891-BA76-F4B2FFE7FB18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noProof="0" dirty="0"/>
            <a:t>Site WEB</a:t>
          </a:r>
        </a:p>
      </dgm:t>
    </dgm:pt>
    <dgm:pt modelId="{FB5C2370-8080-4070-BA57-4D7D300930C8}" type="parTrans" cxnId="{8219D716-ADE7-4E2D-A448-DA87858CEBB9}">
      <dgm:prSet/>
      <dgm:spPr/>
      <dgm:t>
        <a:bodyPr/>
        <a:lstStyle/>
        <a:p>
          <a:endParaRPr lang="en-US"/>
        </a:p>
      </dgm:t>
    </dgm:pt>
    <dgm:pt modelId="{482EEAA4-23A1-4B80-98B0-EAE4E19C47AF}" type="sibTrans" cxnId="{8219D716-ADE7-4E2D-A448-DA87858CEBB9}">
      <dgm:prSet/>
      <dgm:spPr/>
      <dgm:t>
        <a:bodyPr/>
        <a:lstStyle/>
        <a:p>
          <a:endParaRPr lang="en-US"/>
        </a:p>
      </dgm:t>
    </dgm:pt>
    <dgm:pt modelId="{6C153F04-CEEB-497E-BD9A-9A03480AF12C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noProof="0" dirty="0"/>
            <a:t>Difficultés / facilités rencontrés</a:t>
          </a:r>
        </a:p>
      </dgm:t>
    </dgm:pt>
    <dgm:pt modelId="{CEBBF83E-DCE0-40A5-AFAF-4103442D4F0D}" type="parTrans" cxnId="{5E39425B-76B6-4857-A387-F6F21CAA28D6}">
      <dgm:prSet/>
      <dgm:spPr/>
      <dgm:t>
        <a:bodyPr/>
        <a:lstStyle/>
        <a:p>
          <a:endParaRPr lang="en-US"/>
        </a:p>
      </dgm:t>
    </dgm:pt>
    <dgm:pt modelId="{1D0B4FB7-AE0F-4129-A8D9-F2D453F666F8}" type="sibTrans" cxnId="{5E39425B-76B6-4857-A387-F6F21CAA28D6}">
      <dgm:prSet/>
      <dgm:spPr/>
      <dgm:t>
        <a:bodyPr/>
        <a:lstStyle/>
        <a:p>
          <a:endParaRPr lang="en-US"/>
        </a:p>
      </dgm:t>
    </dgm:pt>
    <dgm:pt modelId="{0F5A7E2E-08CD-4EC7-A985-8AA9A0D89E80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noProof="0" dirty="0"/>
            <a:t>Avant-projet</a:t>
          </a:r>
        </a:p>
      </dgm:t>
    </dgm:pt>
    <dgm:pt modelId="{F62BEAD2-A3E7-4334-B10F-ED27AEF375FF}" type="parTrans" cxnId="{8391CB24-C1D2-46B2-BDB4-35F4863DD47C}">
      <dgm:prSet/>
      <dgm:spPr/>
      <dgm:t>
        <a:bodyPr/>
        <a:lstStyle/>
        <a:p>
          <a:endParaRPr lang="fr-CH"/>
        </a:p>
      </dgm:t>
    </dgm:pt>
    <dgm:pt modelId="{C8DC1A76-B34B-4C9F-8859-58FDD2E79404}" type="sibTrans" cxnId="{8391CB24-C1D2-46B2-BDB4-35F4863DD47C}">
      <dgm:prSet/>
      <dgm:spPr/>
      <dgm:t>
        <a:bodyPr/>
        <a:lstStyle/>
        <a:p>
          <a:endParaRPr lang="fr-CH"/>
        </a:p>
      </dgm:t>
    </dgm:pt>
    <dgm:pt modelId="{F30C0E53-9BA6-4C94-B59E-0A8ABBF2EE0B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noProof="0" dirty="0"/>
            <a:t>Conclusion</a:t>
          </a:r>
        </a:p>
      </dgm:t>
    </dgm:pt>
    <dgm:pt modelId="{41A4F41B-5F11-457B-BDC2-214E8AC31AA4}" type="parTrans" cxnId="{CB87BE01-3154-418F-8960-E4DBA6585D07}">
      <dgm:prSet/>
      <dgm:spPr/>
      <dgm:t>
        <a:bodyPr/>
        <a:lstStyle/>
        <a:p>
          <a:endParaRPr lang="fr-CH"/>
        </a:p>
      </dgm:t>
    </dgm:pt>
    <dgm:pt modelId="{30603F29-BC15-47FC-AAFA-7433F1F5C9F3}" type="sibTrans" cxnId="{CB87BE01-3154-418F-8960-E4DBA6585D07}">
      <dgm:prSet/>
      <dgm:spPr/>
      <dgm:t>
        <a:bodyPr/>
        <a:lstStyle/>
        <a:p>
          <a:endParaRPr lang="fr-CH"/>
        </a:p>
      </dgm:t>
    </dgm:pt>
    <dgm:pt modelId="{905566A6-5B53-4933-A36D-B8E1DBD5B912}" type="pres">
      <dgm:prSet presAssocID="{4FE9E2A5-BDA2-436F-9AF7-9E53FB8510A6}" presName="root" presStyleCnt="0">
        <dgm:presLayoutVars>
          <dgm:dir/>
          <dgm:resizeHandles val="exact"/>
        </dgm:presLayoutVars>
      </dgm:prSet>
      <dgm:spPr/>
    </dgm:pt>
    <dgm:pt modelId="{1900C665-D3E2-444A-A8EC-BE0A3159D073}" type="pres">
      <dgm:prSet presAssocID="{AD642B77-EF33-4E1B-8306-306EB7C389D7}" presName="compNode" presStyleCnt="0"/>
      <dgm:spPr/>
    </dgm:pt>
    <dgm:pt modelId="{DFEA0482-7D7B-4527-93F1-119053044F91}" type="pres">
      <dgm:prSet presAssocID="{AD642B77-EF33-4E1B-8306-306EB7C389D7}" presName="bgRect" presStyleLbl="bgShp" presStyleIdx="0" presStyleCnt="7"/>
      <dgm:spPr/>
    </dgm:pt>
    <dgm:pt modelId="{C6AD3037-D431-4E46-B4ED-652D7BEF2F3E}" type="pres">
      <dgm:prSet presAssocID="{AD642B77-EF33-4E1B-8306-306EB7C389D7}" presName="iconRect" presStyleLbl="node1" presStyleIdx="0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BBECB99E-692C-4EA9-8A77-5D578A2A3A06}" type="pres">
      <dgm:prSet presAssocID="{AD642B77-EF33-4E1B-8306-306EB7C389D7}" presName="spaceRect" presStyleCnt="0"/>
      <dgm:spPr/>
    </dgm:pt>
    <dgm:pt modelId="{6D399E4F-71C2-4FC2-B3DC-8F454708CDBB}" type="pres">
      <dgm:prSet presAssocID="{AD642B77-EF33-4E1B-8306-306EB7C389D7}" presName="parTx" presStyleLbl="revTx" presStyleIdx="0" presStyleCnt="7">
        <dgm:presLayoutVars>
          <dgm:chMax val="0"/>
          <dgm:chPref val="0"/>
        </dgm:presLayoutVars>
      </dgm:prSet>
      <dgm:spPr/>
    </dgm:pt>
    <dgm:pt modelId="{0A3D2239-333E-4010-A192-1D2BA7B1ADB6}" type="pres">
      <dgm:prSet presAssocID="{09FABECA-BF5F-4677-9BA5-933112032834}" presName="sibTrans" presStyleCnt="0"/>
      <dgm:spPr/>
    </dgm:pt>
    <dgm:pt modelId="{D9C27714-D6E4-4452-9409-CD8D401A369D}" type="pres">
      <dgm:prSet presAssocID="{0F5A7E2E-08CD-4EC7-A985-8AA9A0D89E80}" presName="compNode" presStyleCnt="0"/>
      <dgm:spPr/>
    </dgm:pt>
    <dgm:pt modelId="{EAD6FAE7-BC3A-4F0E-B8DC-EB4ECD7C750F}" type="pres">
      <dgm:prSet presAssocID="{0F5A7E2E-08CD-4EC7-A985-8AA9A0D89E80}" presName="bgRect" presStyleLbl="bgShp" presStyleIdx="1" presStyleCnt="7"/>
      <dgm:spPr/>
    </dgm:pt>
    <dgm:pt modelId="{3BD0AE98-C2F8-41EC-B66B-E6D5B05F3328}" type="pres">
      <dgm:prSet presAssocID="{0F5A7E2E-08CD-4EC7-A985-8AA9A0D89E80}" presName="iconRect" presStyleLbl="node1" presStyleIdx="1" presStyleCnt="7"/>
      <dgm:spPr>
        <a:blipFill>
          <a:blip xmlns:r="http://schemas.openxmlformats.org/officeDocument/2006/relationships" r:embed="rId2"/>
          <a:srcRect/>
          <a:stretch>
            <a:fillRect/>
          </a:stretch>
        </a:blipFill>
      </dgm:spPr>
    </dgm:pt>
    <dgm:pt modelId="{4A52DC2D-A1D0-4F9C-BFF6-46D235631C23}" type="pres">
      <dgm:prSet presAssocID="{0F5A7E2E-08CD-4EC7-A985-8AA9A0D89E80}" presName="spaceRect" presStyleCnt="0"/>
      <dgm:spPr/>
    </dgm:pt>
    <dgm:pt modelId="{37545B73-1C78-4ABB-A348-B5D0B5C674C6}" type="pres">
      <dgm:prSet presAssocID="{0F5A7E2E-08CD-4EC7-A985-8AA9A0D89E80}" presName="parTx" presStyleLbl="revTx" presStyleIdx="1" presStyleCnt="7">
        <dgm:presLayoutVars>
          <dgm:chMax val="0"/>
          <dgm:chPref val="0"/>
        </dgm:presLayoutVars>
      </dgm:prSet>
      <dgm:spPr/>
    </dgm:pt>
    <dgm:pt modelId="{E7C20146-D829-4ABB-BEAF-90C37AB581CC}" type="pres">
      <dgm:prSet presAssocID="{C8DC1A76-B34B-4C9F-8859-58FDD2E79404}" presName="sibTrans" presStyleCnt="0"/>
      <dgm:spPr/>
    </dgm:pt>
    <dgm:pt modelId="{04DA1302-E6AB-43E6-BC8E-91026EC113E6}" type="pres">
      <dgm:prSet presAssocID="{2FBC1451-D50E-469D-A2C4-F91550F6EE8D}" presName="compNode" presStyleCnt="0"/>
      <dgm:spPr/>
    </dgm:pt>
    <dgm:pt modelId="{DD17BBF6-0CA9-4CA2-B665-AAD4E47C857C}" type="pres">
      <dgm:prSet presAssocID="{2FBC1451-D50E-469D-A2C4-F91550F6EE8D}" presName="bgRect" presStyleLbl="bgShp" presStyleIdx="2" presStyleCnt="7"/>
      <dgm:spPr/>
    </dgm:pt>
    <dgm:pt modelId="{5A2BE14B-19B5-4B32-AB93-AF969D2381F3}" type="pres">
      <dgm:prSet presAssocID="{2FBC1451-D50E-469D-A2C4-F91550F6EE8D}" presName="iconRect" presStyleLbl="node1" presStyleIdx="2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ngrenages"/>
        </a:ext>
      </dgm:extLst>
    </dgm:pt>
    <dgm:pt modelId="{338AB30D-E058-45F6-AFC6-4C7A93180BF5}" type="pres">
      <dgm:prSet presAssocID="{2FBC1451-D50E-469D-A2C4-F91550F6EE8D}" presName="spaceRect" presStyleCnt="0"/>
      <dgm:spPr/>
    </dgm:pt>
    <dgm:pt modelId="{2B366244-9AAA-467A-904D-13177252E18C}" type="pres">
      <dgm:prSet presAssocID="{2FBC1451-D50E-469D-A2C4-F91550F6EE8D}" presName="parTx" presStyleLbl="revTx" presStyleIdx="2" presStyleCnt="7">
        <dgm:presLayoutVars>
          <dgm:chMax val="0"/>
          <dgm:chPref val="0"/>
        </dgm:presLayoutVars>
      </dgm:prSet>
      <dgm:spPr/>
    </dgm:pt>
    <dgm:pt modelId="{6958A49F-C0B5-4562-813B-73FD52C9B624}" type="pres">
      <dgm:prSet presAssocID="{FA7469EF-F34C-4E6E-9A60-0F6AE689311E}" presName="sibTrans" presStyleCnt="0"/>
      <dgm:spPr/>
    </dgm:pt>
    <dgm:pt modelId="{1804E180-0D93-4EDA-A19D-1B7222B5ECF6}" type="pres">
      <dgm:prSet presAssocID="{DC419C46-CDE1-48B5-A058-7BACAE9857BD}" presName="compNode" presStyleCnt="0"/>
      <dgm:spPr/>
    </dgm:pt>
    <dgm:pt modelId="{95A9CDA9-C629-4777-8CE4-8F8BBDD618FE}" type="pres">
      <dgm:prSet presAssocID="{DC419C46-CDE1-48B5-A058-7BACAE9857BD}" presName="bgRect" presStyleLbl="bgShp" presStyleIdx="3" presStyleCnt="7"/>
      <dgm:spPr/>
    </dgm:pt>
    <dgm:pt modelId="{1B8E457A-19DB-4CDB-97B4-2CB0F4D72261}" type="pres">
      <dgm:prSet presAssocID="{DC419C46-CDE1-48B5-A058-7BACAE9857BD}" presName="iconRect" presStyleLbl="node1" presStyleIdx="3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tilisateur"/>
        </a:ext>
      </dgm:extLst>
    </dgm:pt>
    <dgm:pt modelId="{F6A1409C-D0C6-44F1-846E-9A4E71AD58FA}" type="pres">
      <dgm:prSet presAssocID="{DC419C46-CDE1-48B5-A058-7BACAE9857BD}" presName="spaceRect" presStyleCnt="0"/>
      <dgm:spPr/>
    </dgm:pt>
    <dgm:pt modelId="{88AC2514-66EC-4F30-863B-FFB9421880FF}" type="pres">
      <dgm:prSet presAssocID="{DC419C46-CDE1-48B5-A058-7BACAE9857BD}" presName="parTx" presStyleLbl="revTx" presStyleIdx="3" presStyleCnt="7">
        <dgm:presLayoutVars>
          <dgm:chMax val="0"/>
          <dgm:chPref val="0"/>
        </dgm:presLayoutVars>
      </dgm:prSet>
      <dgm:spPr/>
    </dgm:pt>
    <dgm:pt modelId="{BFFA7300-A113-43DF-AA5C-D57127C6AE9B}" type="pres">
      <dgm:prSet presAssocID="{80718FB9-4106-4377-ACA5-AA5D9A5AB1F6}" presName="sibTrans" presStyleCnt="0"/>
      <dgm:spPr/>
    </dgm:pt>
    <dgm:pt modelId="{4FA3935F-66A4-4CD5-84C9-1DCBF417BD2E}" type="pres">
      <dgm:prSet presAssocID="{C874D20F-FBC9-4891-BA76-F4B2FFE7FB18}" presName="compNode" presStyleCnt="0"/>
      <dgm:spPr/>
    </dgm:pt>
    <dgm:pt modelId="{10F5BC26-B3BF-4FB0-BA7A-FECA42AC710A}" type="pres">
      <dgm:prSet presAssocID="{C874D20F-FBC9-4891-BA76-F4B2FFE7FB18}" presName="bgRect" presStyleLbl="bgShp" presStyleIdx="4" presStyleCnt="7"/>
      <dgm:spPr/>
    </dgm:pt>
    <dgm:pt modelId="{305AC91C-6A16-4DA7-A6B1-6623D6225707}" type="pres">
      <dgm:prSet presAssocID="{C874D20F-FBC9-4891-BA76-F4B2FFE7FB18}" presName="iconRect" presStyleLbl="node1" presStyleIdx="4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Écran"/>
        </a:ext>
      </dgm:extLst>
    </dgm:pt>
    <dgm:pt modelId="{63241F3D-4668-49D5-A9CB-4F6D56378972}" type="pres">
      <dgm:prSet presAssocID="{C874D20F-FBC9-4891-BA76-F4B2FFE7FB18}" presName="spaceRect" presStyleCnt="0"/>
      <dgm:spPr/>
    </dgm:pt>
    <dgm:pt modelId="{08AF7F26-1ACC-46FA-91B3-5E66C84ADE0A}" type="pres">
      <dgm:prSet presAssocID="{C874D20F-FBC9-4891-BA76-F4B2FFE7FB18}" presName="parTx" presStyleLbl="revTx" presStyleIdx="4" presStyleCnt="7">
        <dgm:presLayoutVars>
          <dgm:chMax val="0"/>
          <dgm:chPref val="0"/>
        </dgm:presLayoutVars>
      </dgm:prSet>
      <dgm:spPr/>
    </dgm:pt>
    <dgm:pt modelId="{41552346-325C-403D-B774-7686CB19FB30}" type="pres">
      <dgm:prSet presAssocID="{482EEAA4-23A1-4B80-98B0-EAE4E19C47AF}" presName="sibTrans" presStyleCnt="0"/>
      <dgm:spPr/>
    </dgm:pt>
    <dgm:pt modelId="{A9BB6E4F-C420-46D2-9DF3-8734E6BFBCD6}" type="pres">
      <dgm:prSet presAssocID="{6C153F04-CEEB-497E-BD9A-9A03480AF12C}" presName="compNode" presStyleCnt="0"/>
      <dgm:spPr/>
    </dgm:pt>
    <dgm:pt modelId="{2834DB6D-8977-4E35-BE73-1A4CEF05B16E}" type="pres">
      <dgm:prSet presAssocID="{6C153F04-CEEB-497E-BD9A-9A03480AF12C}" presName="bgRect" presStyleLbl="bgShp" presStyleIdx="5" presStyleCnt="7"/>
      <dgm:spPr/>
    </dgm:pt>
    <dgm:pt modelId="{D583DA08-D6EA-40AF-8336-1D9F6DE7C51F}" type="pres">
      <dgm:prSet presAssocID="{6C153F04-CEEB-497E-BD9A-9A03480AF12C}" presName="iconRect" presStyleLbl="node1" presStyleIdx="5" presStyleCnt="7" custLinFactY="72554" custLinFactNeighborX="85044" custLinFactNeighborY="100000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che"/>
        </a:ext>
      </dgm:extLst>
    </dgm:pt>
    <dgm:pt modelId="{5E31ACFA-5F84-4B2C-817F-E6DE7186C539}" type="pres">
      <dgm:prSet presAssocID="{6C153F04-CEEB-497E-BD9A-9A03480AF12C}" presName="spaceRect" presStyleCnt="0"/>
      <dgm:spPr/>
    </dgm:pt>
    <dgm:pt modelId="{BFD854C0-0B57-4E8B-A9ED-FE92A6715134}" type="pres">
      <dgm:prSet presAssocID="{6C153F04-CEEB-497E-BD9A-9A03480AF12C}" presName="parTx" presStyleLbl="revTx" presStyleIdx="5" presStyleCnt="7">
        <dgm:presLayoutVars>
          <dgm:chMax val="0"/>
          <dgm:chPref val="0"/>
        </dgm:presLayoutVars>
      </dgm:prSet>
      <dgm:spPr/>
    </dgm:pt>
    <dgm:pt modelId="{49708600-1706-4132-8098-FA84D2277370}" type="pres">
      <dgm:prSet presAssocID="{1D0B4FB7-AE0F-4129-A8D9-F2D453F666F8}" presName="sibTrans" presStyleCnt="0"/>
      <dgm:spPr/>
    </dgm:pt>
    <dgm:pt modelId="{C48DB613-9457-4565-AF3A-8F890392316F}" type="pres">
      <dgm:prSet presAssocID="{F30C0E53-9BA6-4C94-B59E-0A8ABBF2EE0B}" presName="compNode" presStyleCnt="0"/>
      <dgm:spPr/>
    </dgm:pt>
    <dgm:pt modelId="{94767799-C11D-40C2-9EAC-E4E35605F627}" type="pres">
      <dgm:prSet presAssocID="{F30C0E53-9BA6-4C94-B59E-0A8ABBF2EE0B}" presName="bgRect" presStyleLbl="bgShp" presStyleIdx="6" presStyleCnt="7" custLinFactNeighborY="1199"/>
      <dgm:spPr/>
    </dgm:pt>
    <dgm:pt modelId="{7D631E89-F02B-4D72-BC9F-111D7D9A81DF}" type="pres">
      <dgm:prSet presAssocID="{F30C0E53-9BA6-4C94-B59E-0A8ABBF2EE0B}" presName="iconRect" presStyleLbl="node1" presStyleIdx="6" presStyleCnt="7" custLinFactY="-100000" custLinFactNeighborX="-5002" custLinFactNeighborY="-127571"/>
      <dgm:spPr>
        <a:blipFill>
          <a:blip xmlns:r="http://schemas.openxmlformats.org/officeDocument/2006/relationships"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</dgm:spPr>
    </dgm:pt>
    <dgm:pt modelId="{DA49FE3A-B0E3-4C97-8CE3-20EAA01376D2}" type="pres">
      <dgm:prSet presAssocID="{F30C0E53-9BA6-4C94-B59E-0A8ABBF2EE0B}" presName="spaceRect" presStyleCnt="0"/>
      <dgm:spPr/>
    </dgm:pt>
    <dgm:pt modelId="{3C361129-4BFD-4018-9248-5A69F2F36ACF}" type="pres">
      <dgm:prSet presAssocID="{F30C0E53-9BA6-4C94-B59E-0A8ABBF2EE0B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CB87BE01-3154-418F-8960-E4DBA6585D07}" srcId="{4FE9E2A5-BDA2-436F-9AF7-9E53FB8510A6}" destId="{F30C0E53-9BA6-4C94-B59E-0A8ABBF2EE0B}" srcOrd="6" destOrd="0" parTransId="{41A4F41B-5F11-457B-BDC2-214E8AC31AA4}" sibTransId="{30603F29-BC15-47FC-AAFA-7433F1F5C9F3}"/>
    <dgm:cxn modelId="{FD22DB06-74F4-4F6D-AB69-1EA736D29A3A}" type="presOf" srcId="{6C153F04-CEEB-497E-BD9A-9A03480AF12C}" destId="{BFD854C0-0B57-4E8B-A9ED-FE92A6715134}" srcOrd="0" destOrd="0" presId="urn:microsoft.com/office/officeart/2018/2/layout/IconVerticalSolidList"/>
    <dgm:cxn modelId="{8219D716-ADE7-4E2D-A448-DA87858CEBB9}" srcId="{4FE9E2A5-BDA2-436F-9AF7-9E53FB8510A6}" destId="{C874D20F-FBC9-4891-BA76-F4B2FFE7FB18}" srcOrd="4" destOrd="0" parTransId="{FB5C2370-8080-4070-BA57-4D7D300930C8}" sibTransId="{482EEAA4-23A1-4B80-98B0-EAE4E19C47AF}"/>
    <dgm:cxn modelId="{F4C8E21E-E7E9-47FD-BC85-0F1D7073D667}" type="presOf" srcId="{4FE9E2A5-BDA2-436F-9AF7-9E53FB8510A6}" destId="{905566A6-5B53-4933-A36D-B8E1DBD5B912}" srcOrd="0" destOrd="0" presId="urn:microsoft.com/office/officeart/2018/2/layout/IconVerticalSolidList"/>
    <dgm:cxn modelId="{8391CB24-C1D2-46B2-BDB4-35F4863DD47C}" srcId="{4FE9E2A5-BDA2-436F-9AF7-9E53FB8510A6}" destId="{0F5A7E2E-08CD-4EC7-A985-8AA9A0D89E80}" srcOrd="1" destOrd="0" parTransId="{F62BEAD2-A3E7-4334-B10F-ED27AEF375FF}" sibTransId="{C8DC1A76-B34B-4C9F-8859-58FDD2E79404}"/>
    <dgm:cxn modelId="{A10F3330-BCFF-4FAB-8633-1A2C20B461D0}" srcId="{4FE9E2A5-BDA2-436F-9AF7-9E53FB8510A6}" destId="{AD642B77-EF33-4E1B-8306-306EB7C389D7}" srcOrd="0" destOrd="0" parTransId="{6C77B278-6F6B-4D14-B299-ABC03AC21CD7}" sibTransId="{09FABECA-BF5F-4677-9BA5-933112032834}"/>
    <dgm:cxn modelId="{5E39425B-76B6-4857-A387-F6F21CAA28D6}" srcId="{4FE9E2A5-BDA2-436F-9AF7-9E53FB8510A6}" destId="{6C153F04-CEEB-497E-BD9A-9A03480AF12C}" srcOrd="5" destOrd="0" parTransId="{CEBBF83E-DCE0-40A5-AFAF-4103442D4F0D}" sibTransId="{1D0B4FB7-AE0F-4129-A8D9-F2D453F666F8}"/>
    <dgm:cxn modelId="{19FF1163-7AB7-489B-BEF6-B6A452168117}" type="presOf" srcId="{C874D20F-FBC9-4891-BA76-F4B2FFE7FB18}" destId="{08AF7F26-1ACC-46FA-91B3-5E66C84ADE0A}" srcOrd="0" destOrd="0" presId="urn:microsoft.com/office/officeart/2018/2/layout/IconVerticalSolidList"/>
    <dgm:cxn modelId="{F9ADD064-4C5B-48BC-8A88-4B113F37A4ED}" type="presOf" srcId="{AD642B77-EF33-4E1B-8306-306EB7C389D7}" destId="{6D399E4F-71C2-4FC2-B3DC-8F454708CDBB}" srcOrd="0" destOrd="0" presId="urn:microsoft.com/office/officeart/2018/2/layout/IconVerticalSolidList"/>
    <dgm:cxn modelId="{CBBCBD47-3518-456A-B4A7-13B6EDF1C75B}" type="presOf" srcId="{F30C0E53-9BA6-4C94-B59E-0A8ABBF2EE0B}" destId="{3C361129-4BFD-4018-9248-5A69F2F36ACF}" srcOrd="0" destOrd="0" presId="urn:microsoft.com/office/officeart/2018/2/layout/IconVerticalSolidList"/>
    <dgm:cxn modelId="{A8E5134A-607E-4924-B6AE-B3324C4F9338}" type="presOf" srcId="{0F5A7E2E-08CD-4EC7-A985-8AA9A0D89E80}" destId="{37545B73-1C78-4ABB-A348-B5D0B5C674C6}" srcOrd="0" destOrd="0" presId="urn:microsoft.com/office/officeart/2018/2/layout/IconVerticalSolidList"/>
    <dgm:cxn modelId="{A2F41059-97F6-4D77-80E2-3513992AE844}" type="presOf" srcId="{DC419C46-CDE1-48B5-A058-7BACAE9857BD}" destId="{88AC2514-66EC-4F30-863B-FFB9421880FF}" srcOrd="0" destOrd="0" presId="urn:microsoft.com/office/officeart/2018/2/layout/IconVerticalSolidList"/>
    <dgm:cxn modelId="{3DE95B97-6751-4DD4-BBE9-1B1B69734C1A}" type="presOf" srcId="{2FBC1451-D50E-469D-A2C4-F91550F6EE8D}" destId="{2B366244-9AAA-467A-904D-13177252E18C}" srcOrd="0" destOrd="0" presId="urn:microsoft.com/office/officeart/2018/2/layout/IconVerticalSolidList"/>
    <dgm:cxn modelId="{C8D8E9D6-BBDD-4043-B595-4073A0BB988D}" srcId="{4FE9E2A5-BDA2-436F-9AF7-9E53FB8510A6}" destId="{DC419C46-CDE1-48B5-A058-7BACAE9857BD}" srcOrd="3" destOrd="0" parTransId="{29F708DD-2FC3-423D-9CBE-9BC2FF601436}" sibTransId="{80718FB9-4106-4377-ACA5-AA5D9A5AB1F6}"/>
    <dgm:cxn modelId="{2E9A8DE4-160C-4707-8FBE-04C079715844}" srcId="{4FE9E2A5-BDA2-436F-9AF7-9E53FB8510A6}" destId="{2FBC1451-D50E-469D-A2C4-F91550F6EE8D}" srcOrd="2" destOrd="0" parTransId="{D4B41707-C24F-493C-A560-4AD0B7E7974F}" sibTransId="{FA7469EF-F34C-4E6E-9A60-0F6AE689311E}"/>
    <dgm:cxn modelId="{B324EC76-911B-45EB-9977-9162F2DC35CC}" type="presParOf" srcId="{905566A6-5B53-4933-A36D-B8E1DBD5B912}" destId="{1900C665-D3E2-444A-A8EC-BE0A3159D073}" srcOrd="0" destOrd="0" presId="urn:microsoft.com/office/officeart/2018/2/layout/IconVerticalSolidList"/>
    <dgm:cxn modelId="{BEE69B67-F5AD-4C7C-899C-C4113968E7C4}" type="presParOf" srcId="{1900C665-D3E2-444A-A8EC-BE0A3159D073}" destId="{DFEA0482-7D7B-4527-93F1-119053044F91}" srcOrd="0" destOrd="0" presId="urn:microsoft.com/office/officeart/2018/2/layout/IconVerticalSolidList"/>
    <dgm:cxn modelId="{FC93D0E3-2F88-4958-9C29-A2FFA66FB853}" type="presParOf" srcId="{1900C665-D3E2-444A-A8EC-BE0A3159D073}" destId="{C6AD3037-D431-4E46-B4ED-652D7BEF2F3E}" srcOrd="1" destOrd="0" presId="urn:microsoft.com/office/officeart/2018/2/layout/IconVerticalSolidList"/>
    <dgm:cxn modelId="{8B0C2D8B-351C-4E40-99F1-43E352503E52}" type="presParOf" srcId="{1900C665-D3E2-444A-A8EC-BE0A3159D073}" destId="{BBECB99E-692C-4EA9-8A77-5D578A2A3A06}" srcOrd="2" destOrd="0" presId="urn:microsoft.com/office/officeart/2018/2/layout/IconVerticalSolidList"/>
    <dgm:cxn modelId="{266D2C46-A898-4C48-BC16-9F0EE66ACA24}" type="presParOf" srcId="{1900C665-D3E2-444A-A8EC-BE0A3159D073}" destId="{6D399E4F-71C2-4FC2-B3DC-8F454708CDBB}" srcOrd="3" destOrd="0" presId="urn:microsoft.com/office/officeart/2018/2/layout/IconVerticalSolidList"/>
    <dgm:cxn modelId="{B33D700C-4E2D-4A15-9622-126A8569EE6E}" type="presParOf" srcId="{905566A6-5B53-4933-A36D-B8E1DBD5B912}" destId="{0A3D2239-333E-4010-A192-1D2BA7B1ADB6}" srcOrd="1" destOrd="0" presId="urn:microsoft.com/office/officeart/2018/2/layout/IconVerticalSolidList"/>
    <dgm:cxn modelId="{B944DD02-56E3-4353-B4B2-1CE5C71B7345}" type="presParOf" srcId="{905566A6-5B53-4933-A36D-B8E1DBD5B912}" destId="{D9C27714-D6E4-4452-9409-CD8D401A369D}" srcOrd="2" destOrd="0" presId="urn:microsoft.com/office/officeart/2018/2/layout/IconVerticalSolidList"/>
    <dgm:cxn modelId="{09000584-E591-4F78-9CF3-CF0B24CCF79A}" type="presParOf" srcId="{D9C27714-D6E4-4452-9409-CD8D401A369D}" destId="{EAD6FAE7-BC3A-4F0E-B8DC-EB4ECD7C750F}" srcOrd="0" destOrd="0" presId="urn:microsoft.com/office/officeart/2018/2/layout/IconVerticalSolidList"/>
    <dgm:cxn modelId="{F2864C3C-36A1-4616-B241-32E1B97A1551}" type="presParOf" srcId="{D9C27714-D6E4-4452-9409-CD8D401A369D}" destId="{3BD0AE98-C2F8-41EC-B66B-E6D5B05F3328}" srcOrd="1" destOrd="0" presId="urn:microsoft.com/office/officeart/2018/2/layout/IconVerticalSolidList"/>
    <dgm:cxn modelId="{DABFD2B5-F1F5-4A5D-B61E-E172A073EF4B}" type="presParOf" srcId="{D9C27714-D6E4-4452-9409-CD8D401A369D}" destId="{4A52DC2D-A1D0-4F9C-BFF6-46D235631C23}" srcOrd="2" destOrd="0" presId="urn:microsoft.com/office/officeart/2018/2/layout/IconVerticalSolidList"/>
    <dgm:cxn modelId="{D2659074-A4FB-4D40-B22C-05FCCA8D9874}" type="presParOf" srcId="{D9C27714-D6E4-4452-9409-CD8D401A369D}" destId="{37545B73-1C78-4ABB-A348-B5D0B5C674C6}" srcOrd="3" destOrd="0" presId="urn:microsoft.com/office/officeart/2018/2/layout/IconVerticalSolidList"/>
    <dgm:cxn modelId="{6FC6220A-27F9-4555-A8F9-9AFE6EC74FA9}" type="presParOf" srcId="{905566A6-5B53-4933-A36D-B8E1DBD5B912}" destId="{E7C20146-D829-4ABB-BEAF-90C37AB581CC}" srcOrd="3" destOrd="0" presId="urn:microsoft.com/office/officeart/2018/2/layout/IconVerticalSolidList"/>
    <dgm:cxn modelId="{F8AEA90F-5D30-43F7-A470-A72EE46611A9}" type="presParOf" srcId="{905566A6-5B53-4933-A36D-B8E1DBD5B912}" destId="{04DA1302-E6AB-43E6-BC8E-91026EC113E6}" srcOrd="4" destOrd="0" presId="urn:microsoft.com/office/officeart/2018/2/layout/IconVerticalSolidList"/>
    <dgm:cxn modelId="{2D68CD99-4D3E-4797-8961-F91574A772FF}" type="presParOf" srcId="{04DA1302-E6AB-43E6-BC8E-91026EC113E6}" destId="{DD17BBF6-0CA9-4CA2-B665-AAD4E47C857C}" srcOrd="0" destOrd="0" presId="urn:microsoft.com/office/officeart/2018/2/layout/IconVerticalSolidList"/>
    <dgm:cxn modelId="{09A32E00-9684-46BE-A21C-26E135AEC424}" type="presParOf" srcId="{04DA1302-E6AB-43E6-BC8E-91026EC113E6}" destId="{5A2BE14B-19B5-4B32-AB93-AF969D2381F3}" srcOrd="1" destOrd="0" presId="urn:microsoft.com/office/officeart/2018/2/layout/IconVerticalSolidList"/>
    <dgm:cxn modelId="{174709C7-0642-44AB-9019-9419D2F7EA56}" type="presParOf" srcId="{04DA1302-E6AB-43E6-BC8E-91026EC113E6}" destId="{338AB30D-E058-45F6-AFC6-4C7A93180BF5}" srcOrd="2" destOrd="0" presId="urn:microsoft.com/office/officeart/2018/2/layout/IconVerticalSolidList"/>
    <dgm:cxn modelId="{8862F2F1-500F-4DB6-A365-127E8E923FBD}" type="presParOf" srcId="{04DA1302-E6AB-43E6-BC8E-91026EC113E6}" destId="{2B366244-9AAA-467A-904D-13177252E18C}" srcOrd="3" destOrd="0" presId="urn:microsoft.com/office/officeart/2018/2/layout/IconVerticalSolidList"/>
    <dgm:cxn modelId="{BC006E22-F2BE-441A-8192-D73F1951F3D5}" type="presParOf" srcId="{905566A6-5B53-4933-A36D-B8E1DBD5B912}" destId="{6958A49F-C0B5-4562-813B-73FD52C9B624}" srcOrd="5" destOrd="0" presId="urn:microsoft.com/office/officeart/2018/2/layout/IconVerticalSolidList"/>
    <dgm:cxn modelId="{2C4BD1A9-268D-4832-A207-61F1F0850096}" type="presParOf" srcId="{905566A6-5B53-4933-A36D-B8E1DBD5B912}" destId="{1804E180-0D93-4EDA-A19D-1B7222B5ECF6}" srcOrd="6" destOrd="0" presId="urn:microsoft.com/office/officeart/2018/2/layout/IconVerticalSolidList"/>
    <dgm:cxn modelId="{679AF230-1F41-4D14-95D0-6FC18DA9E679}" type="presParOf" srcId="{1804E180-0D93-4EDA-A19D-1B7222B5ECF6}" destId="{95A9CDA9-C629-4777-8CE4-8F8BBDD618FE}" srcOrd="0" destOrd="0" presId="urn:microsoft.com/office/officeart/2018/2/layout/IconVerticalSolidList"/>
    <dgm:cxn modelId="{5323CAF2-0AFE-4375-9F63-5E9B9434E3F9}" type="presParOf" srcId="{1804E180-0D93-4EDA-A19D-1B7222B5ECF6}" destId="{1B8E457A-19DB-4CDB-97B4-2CB0F4D72261}" srcOrd="1" destOrd="0" presId="urn:microsoft.com/office/officeart/2018/2/layout/IconVerticalSolidList"/>
    <dgm:cxn modelId="{B936871B-BFB4-4B3B-B3F6-60080B8E9147}" type="presParOf" srcId="{1804E180-0D93-4EDA-A19D-1B7222B5ECF6}" destId="{F6A1409C-D0C6-44F1-846E-9A4E71AD58FA}" srcOrd="2" destOrd="0" presId="urn:microsoft.com/office/officeart/2018/2/layout/IconVerticalSolidList"/>
    <dgm:cxn modelId="{B50F2708-6772-4B37-AFDD-3D721A7DFD99}" type="presParOf" srcId="{1804E180-0D93-4EDA-A19D-1B7222B5ECF6}" destId="{88AC2514-66EC-4F30-863B-FFB9421880FF}" srcOrd="3" destOrd="0" presId="urn:microsoft.com/office/officeart/2018/2/layout/IconVerticalSolidList"/>
    <dgm:cxn modelId="{340DFC9F-62A7-4EC0-8D4D-936E54889E5F}" type="presParOf" srcId="{905566A6-5B53-4933-A36D-B8E1DBD5B912}" destId="{BFFA7300-A113-43DF-AA5C-D57127C6AE9B}" srcOrd="7" destOrd="0" presId="urn:microsoft.com/office/officeart/2018/2/layout/IconVerticalSolidList"/>
    <dgm:cxn modelId="{113B1A5F-E13E-421A-A0BF-C924DEAED6C0}" type="presParOf" srcId="{905566A6-5B53-4933-A36D-B8E1DBD5B912}" destId="{4FA3935F-66A4-4CD5-84C9-1DCBF417BD2E}" srcOrd="8" destOrd="0" presId="urn:microsoft.com/office/officeart/2018/2/layout/IconVerticalSolidList"/>
    <dgm:cxn modelId="{FC8A2BAC-F713-4E00-9ABF-1D3CBAF2155A}" type="presParOf" srcId="{4FA3935F-66A4-4CD5-84C9-1DCBF417BD2E}" destId="{10F5BC26-B3BF-4FB0-BA7A-FECA42AC710A}" srcOrd="0" destOrd="0" presId="urn:microsoft.com/office/officeart/2018/2/layout/IconVerticalSolidList"/>
    <dgm:cxn modelId="{B03BBA83-49C1-49DB-A24F-9677BA49C754}" type="presParOf" srcId="{4FA3935F-66A4-4CD5-84C9-1DCBF417BD2E}" destId="{305AC91C-6A16-4DA7-A6B1-6623D6225707}" srcOrd="1" destOrd="0" presId="urn:microsoft.com/office/officeart/2018/2/layout/IconVerticalSolidList"/>
    <dgm:cxn modelId="{1733974A-EDF6-41CA-849D-530A3A595278}" type="presParOf" srcId="{4FA3935F-66A4-4CD5-84C9-1DCBF417BD2E}" destId="{63241F3D-4668-49D5-A9CB-4F6D56378972}" srcOrd="2" destOrd="0" presId="urn:microsoft.com/office/officeart/2018/2/layout/IconVerticalSolidList"/>
    <dgm:cxn modelId="{3852FB6F-E9D5-4741-9DBD-E701103F9366}" type="presParOf" srcId="{4FA3935F-66A4-4CD5-84C9-1DCBF417BD2E}" destId="{08AF7F26-1ACC-46FA-91B3-5E66C84ADE0A}" srcOrd="3" destOrd="0" presId="urn:microsoft.com/office/officeart/2018/2/layout/IconVerticalSolidList"/>
    <dgm:cxn modelId="{853D245A-B28F-4CEA-9A9C-142E60F2C33B}" type="presParOf" srcId="{905566A6-5B53-4933-A36D-B8E1DBD5B912}" destId="{41552346-325C-403D-B774-7686CB19FB30}" srcOrd="9" destOrd="0" presId="urn:microsoft.com/office/officeart/2018/2/layout/IconVerticalSolidList"/>
    <dgm:cxn modelId="{707B5CDC-BDAE-4FC1-ACE1-BB360F4D1491}" type="presParOf" srcId="{905566A6-5B53-4933-A36D-B8E1DBD5B912}" destId="{A9BB6E4F-C420-46D2-9DF3-8734E6BFBCD6}" srcOrd="10" destOrd="0" presId="urn:microsoft.com/office/officeart/2018/2/layout/IconVerticalSolidList"/>
    <dgm:cxn modelId="{F44DF4EE-CA62-4B47-B109-18A8207E0C70}" type="presParOf" srcId="{A9BB6E4F-C420-46D2-9DF3-8734E6BFBCD6}" destId="{2834DB6D-8977-4E35-BE73-1A4CEF05B16E}" srcOrd="0" destOrd="0" presId="urn:microsoft.com/office/officeart/2018/2/layout/IconVerticalSolidList"/>
    <dgm:cxn modelId="{2500D671-D645-4DFF-A5BC-6F54D71CCB74}" type="presParOf" srcId="{A9BB6E4F-C420-46D2-9DF3-8734E6BFBCD6}" destId="{D583DA08-D6EA-40AF-8336-1D9F6DE7C51F}" srcOrd="1" destOrd="0" presId="urn:microsoft.com/office/officeart/2018/2/layout/IconVerticalSolidList"/>
    <dgm:cxn modelId="{22B0B9FB-278B-46E0-AE1D-0FA6C9161462}" type="presParOf" srcId="{A9BB6E4F-C420-46D2-9DF3-8734E6BFBCD6}" destId="{5E31ACFA-5F84-4B2C-817F-E6DE7186C539}" srcOrd="2" destOrd="0" presId="urn:microsoft.com/office/officeart/2018/2/layout/IconVerticalSolidList"/>
    <dgm:cxn modelId="{1DFCF89D-B658-4F33-B442-1FDC347A41D5}" type="presParOf" srcId="{A9BB6E4F-C420-46D2-9DF3-8734E6BFBCD6}" destId="{BFD854C0-0B57-4E8B-A9ED-FE92A6715134}" srcOrd="3" destOrd="0" presId="urn:microsoft.com/office/officeart/2018/2/layout/IconVerticalSolidList"/>
    <dgm:cxn modelId="{C8A24C2C-244E-4D5D-A8A6-C31EBF425675}" type="presParOf" srcId="{905566A6-5B53-4933-A36D-B8E1DBD5B912}" destId="{49708600-1706-4132-8098-FA84D2277370}" srcOrd="11" destOrd="0" presId="urn:microsoft.com/office/officeart/2018/2/layout/IconVerticalSolidList"/>
    <dgm:cxn modelId="{856622FB-C1B0-4E02-A36F-39076068B91C}" type="presParOf" srcId="{905566A6-5B53-4933-A36D-B8E1DBD5B912}" destId="{C48DB613-9457-4565-AF3A-8F890392316F}" srcOrd="12" destOrd="0" presId="urn:microsoft.com/office/officeart/2018/2/layout/IconVerticalSolidList"/>
    <dgm:cxn modelId="{7D618E34-3754-43E6-87F8-7EB7896D5775}" type="presParOf" srcId="{C48DB613-9457-4565-AF3A-8F890392316F}" destId="{94767799-C11D-40C2-9EAC-E4E35605F627}" srcOrd="0" destOrd="0" presId="urn:microsoft.com/office/officeart/2018/2/layout/IconVerticalSolidList"/>
    <dgm:cxn modelId="{DE5F6489-620F-4A2B-B550-34ED7CD90843}" type="presParOf" srcId="{C48DB613-9457-4565-AF3A-8F890392316F}" destId="{7D631E89-F02B-4D72-BC9F-111D7D9A81DF}" srcOrd="1" destOrd="0" presId="urn:microsoft.com/office/officeart/2018/2/layout/IconVerticalSolidList"/>
    <dgm:cxn modelId="{B72E8227-9323-47CF-A7BF-518E423EB8C9}" type="presParOf" srcId="{C48DB613-9457-4565-AF3A-8F890392316F}" destId="{DA49FE3A-B0E3-4C97-8CE3-20EAA01376D2}" srcOrd="2" destOrd="0" presId="urn:microsoft.com/office/officeart/2018/2/layout/IconVerticalSolidList"/>
    <dgm:cxn modelId="{DCC5BE01-7DC1-4A9F-AB47-066D3CF57855}" type="presParOf" srcId="{C48DB613-9457-4565-AF3A-8F890392316F}" destId="{3C361129-4BFD-4018-9248-5A69F2F36AC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EA0482-7D7B-4527-93F1-119053044F91}">
      <dsp:nvSpPr>
        <dsp:cNvPr id="0" name=""/>
        <dsp:cNvSpPr/>
      </dsp:nvSpPr>
      <dsp:spPr>
        <a:xfrm>
          <a:off x="0" y="371"/>
          <a:ext cx="10515600" cy="51183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AD3037-D431-4E46-B4ED-652D7BEF2F3E}">
      <dsp:nvSpPr>
        <dsp:cNvPr id="0" name=""/>
        <dsp:cNvSpPr/>
      </dsp:nvSpPr>
      <dsp:spPr>
        <a:xfrm>
          <a:off x="154829" y="115534"/>
          <a:ext cx="281509" cy="28150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399E4F-71C2-4FC2-B3DC-8F454708CDBB}">
      <dsp:nvSpPr>
        <dsp:cNvPr id="0" name=""/>
        <dsp:cNvSpPr/>
      </dsp:nvSpPr>
      <dsp:spPr>
        <a:xfrm>
          <a:off x="591168" y="371"/>
          <a:ext cx="9924431" cy="511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69" tIns="54169" rIns="54169" bIns="5416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noProof="0" dirty="0"/>
            <a:t>Origine / objectif du projet</a:t>
          </a:r>
        </a:p>
      </dsp:txBody>
      <dsp:txXfrm>
        <a:off x="591168" y="371"/>
        <a:ext cx="9924431" cy="511834"/>
      </dsp:txXfrm>
    </dsp:sp>
    <dsp:sp modelId="{EAD6FAE7-BC3A-4F0E-B8DC-EB4ECD7C750F}">
      <dsp:nvSpPr>
        <dsp:cNvPr id="0" name=""/>
        <dsp:cNvSpPr/>
      </dsp:nvSpPr>
      <dsp:spPr>
        <a:xfrm>
          <a:off x="0" y="640165"/>
          <a:ext cx="10515600" cy="51183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D0AE98-C2F8-41EC-B66B-E6D5B05F3328}">
      <dsp:nvSpPr>
        <dsp:cNvPr id="0" name=""/>
        <dsp:cNvSpPr/>
      </dsp:nvSpPr>
      <dsp:spPr>
        <a:xfrm>
          <a:off x="154829" y="755327"/>
          <a:ext cx="281509" cy="281509"/>
        </a:xfrm>
        <a:prstGeom prst="rect">
          <a:avLst/>
        </a:prstGeom>
        <a:blipFill>
          <a:blip xmlns:r="http://schemas.openxmlformats.org/officeDocument/2006/relationships" r:embed="rId2"/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545B73-1C78-4ABB-A348-B5D0B5C674C6}">
      <dsp:nvSpPr>
        <dsp:cNvPr id="0" name=""/>
        <dsp:cNvSpPr/>
      </dsp:nvSpPr>
      <dsp:spPr>
        <a:xfrm>
          <a:off x="591168" y="640165"/>
          <a:ext cx="9924431" cy="511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69" tIns="54169" rIns="54169" bIns="5416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noProof="0" dirty="0"/>
            <a:t>Avant-projet</a:t>
          </a:r>
        </a:p>
      </dsp:txBody>
      <dsp:txXfrm>
        <a:off x="591168" y="640165"/>
        <a:ext cx="9924431" cy="511834"/>
      </dsp:txXfrm>
    </dsp:sp>
    <dsp:sp modelId="{DD17BBF6-0CA9-4CA2-B665-AAD4E47C857C}">
      <dsp:nvSpPr>
        <dsp:cNvPr id="0" name=""/>
        <dsp:cNvSpPr/>
      </dsp:nvSpPr>
      <dsp:spPr>
        <a:xfrm>
          <a:off x="0" y="1279958"/>
          <a:ext cx="10515600" cy="51183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2BE14B-19B5-4B32-AB93-AF969D2381F3}">
      <dsp:nvSpPr>
        <dsp:cNvPr id="0" name=""/>
        <dsp:cNvSpPr/>
      </dsp:nvSpPr>
      <dsp:spPr>
        <a:xfrm>
          <a:off x="154829" y="1395121"/>
          <a:ext cx="281509" cy="28150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366244-9AAA-467A-904D-13177252E18C}">
      <dsp:nvSpPr>
        <dsp:cNvPr id="0" name=""/>
        <dsp:cNvSpPr/>
      </dsp:nvSpPr>
      <dsp:spPr>
        <a:xfrm>
          <a:off x="591168" y="1279958"/>
          <a:ext cx="9924431" cy="511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69" tIns="54169" rIns="54169" bIns="5416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noProof="0" dirty="0"/>
            <a:t>Diagramme GANTT</a:t>
          </a:r>
        </a:p>
      </dsp:txBody>
      <dsp:txXfrm>
        <a:off x="591168" y="1279958"/>
        <a:ext cx="9924431" cy="511834"/>
      </dsp:txXfrm>
    </dsp:sp>
    <dsp:sp modelId="{95A9CDA9-C629-4777-8CE4-8F8BBDD618FE}">
      <dsp:nvSpPr>
        <dsp:cNvPr id="0" name=""/>
        <dsp:cNvSpPr/>
      </dsp:nvSpPr>
      <dsp:spPr>
        <a:xfrm>
          <a:off x="0" y="1919751"/>
          <a:ext cx="10515600" cy="51183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8E457A-19DB-4CDB-97B4-2CB0F4D72261}">
      <dsp:nvSpPr>
        <dsp:cNvPr id="0" name=""/>
        <dsp:cNvSpPr/>
      </dsp:nvSpPr>
      <dsp:spPr>
        <a:xfrm>
          <a:off x="154829" y="2034914"/>
          <a:ext cx="281509" cy="28150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AC2514-66EC-4F30-863B-FFB9421880FF}">
      <dsp:nvSpPr>
        <dsp:cNvPr id="0" name=""/>
        <dsp:cNvSpPr/>
      </dsp:nvSpPr>
      <dsp:spPr>
        <a:xfrm>
          <a:off x="591168" y="1919751"/>
          <a:ext cx="9924431" cy="511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69" tIns="54169" rIns="54169" bIns="5416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noProof="0" dirty="0"/>
            <a:t>Structure du code</a:t>
          </a:r>
        </a:p>
      </dsp:txBody>
      <dsp:txXfrm>
        <a:off x="591168" y="1919751"/>
        <a:ext cx="9924431" cy="511834"/>
      </dsp:txXfrm>
    </dsp:sp>
    <dsp:sp modelId="{10F5BC26-B3BF-4FB0-BA7A-FECA42AC710A}">
      <dsp:nvSpPr>
        <dsp:cNvPr id="0" name=""/>
        <dsp:cNvSpPr/>
      </dsp:nvSpPr>
      <dsp:spPr>
        <a:xfrm>
          <a:off x="0" y="2559544"/>
          <a:ext cx="10515600" cy="51183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5AC91C-6A16-4DA7-A6B1-6623D6225707}">
      <dsp:nvSpPr>
        <dsp:cNvPr id="0" name=""/>
        <dsp:cNvSpPr/>
      </dsp:nvSpPr>
      <dsp:spPr>
        <a:xfrm>
          <a:off x="154829" y="2674707"/>
          <a:ext cx="281509" cy="28150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AF7F26-1ACC-46FA-91B3-5E66C84ADE0A}">
      <dsp:nvSpPr>
        <dsp:cNvPr id="0" name=""/>
        <dsp:cNvSpPr/>
      </dsp:nvSpPr>
      <dsp:spPr>
        <a:xfrm>
          <a:off x="591168" y="2559544"/>
          <a:ext cx="9924431" cy="511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69" tIns="54169" rIns="54169" bIns="5416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noProof="0" dirty="0"/>
            <a:t>Site WEB</a:t>
          </a:r>
        </a:p>
      </dsp:txBody>
      <dsp:txXfrm>
        <a:off x="591168" y="2559544"/>
        <a:ext cx="9924431" cy="511834"/>
      </dsp:txXfrm>
    </dsp:sp>
    <dsp:sp modelId="{2834DB6D-8977-4E35-BE73-1A4CEF05B16E}">
      <dsp:nvSpPr>
        <dsp:cNvPr id="0" name=""/>
        <dsp:cNvSpPr/>
      </dsp:nvSpPr>
      <dsp:spPr>
        <a:xfrm>
          <a:off x="0" y="3199338"/>
          <a:ext cx="10515600" cy="51183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83DA08-D6EA-40AF-8336-1D9F6DE7C51F}">
      <dsp:nvSpPr>
        <dsp:cNvPr id="0" name=""/>
        <dsp:cNvSpPr/>
      </dsp:nvSpPr>
      <dsp:spPr>
        <a:xfrm>
          <a:off x="394236" y="3800256"/>
          <a:ext cx="281509" cy="28150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D854C0-0B57-4E8B-A9ED-FE92A6715134}">
      <dsp:nvSpPr>
        <dsp:cNvPr id="0" name=""/>
        <dsp:cNvSpPr/>
      </dsp:nvSpPr>
      <dsp:spPr>
        <a:xfrm>
          <a:off x="591168" y="3199338"/>
          <a:ext cx="9924431" cy="511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69" tIns="54169" rIns="54169" bIns="5416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noProof="0" dirty="0"/>
            <a:t>Difficultés / facilités rencontrés</a:t>
          </a:r>
        </a:p>
      </dsp:txBody>
      <dsp:txXfrm>
        <a:off x="591168" y="3199338"/>
        <a:ext cx="9924431" cy="511834"/>
      </dsp:txXfrm>
    </dsp:sp>
    <dsp:sp modelId="{94767799-C11D-40C2-9EAC-E4E35605F627}">
      <dsp:nvSpPr>
        <dsp:cNvPr id="0" name=""/>
        <dsp:cNvSpPr/>
      </dsp:nvSpPr>
      <dsp:spPr>
        <a:xfrm>
          <a:off x="0" y="3839503"/>
          <a:ext cx="10515600" cy="51183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631E89-F02B-4D72-BC9F-111D7D9A81DF}">
      <dsp:nvSpPr>
        <dsp:cNvPr id="0" name=""/>
        <dsp:cNvSpPr/>
      </dsp:nvSpPr>
      <dsp:spPr>
        <a:xfrm>
          <a:off x="140748" y="3313661"/>
          <a:ext cx="281509" cy="28150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361129-4BFD-4018-9248-5A69F2F36ACF}">
      <dsp:nvSpPr>
        <dsp:cNvPr id="0" name=""/>
        <dsp:cNvSpPr/>
      </dsp:nvSpPr>
      <dsp:spPr>
        <a:xfrm>
          <a:off x="591168" y="3839131"/>
          <a:ext cx="9924431" cy="511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69" tIns="54169" rIns="54169" bIns="5416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noProof="0" dirty="0"/>
            <a:t>Conclusion</a:t>
          </a:r>
        </a:p>
      </dsp:txBody>
      <dsp:txXfrm>
        <a:off x="591168" y="3839131"/>
        <a:ext cx="9924431" cy="5118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92DC0C-758B-4F6A-A836-03D3A902768B}" type="datetimeFigureOut">
              <a:rPr lang="fr-CH" smtClean="0"/>
              <a:t>01.06.2026</a:t>
            </a:fld>
            <a:endParaRPr lang="fr-CH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H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F5F5F3-2232-403D-852D-FC961377BE07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81704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dirty="0"/>
              <a:t>Tâches réalisées plus vite que prévu :</a:t>
            </a:r>
            <a:endParaRPr lang="fr-FR" dirty="0"/>
          </a:p>
          <a:p>
            <a:r>
              <a:rPr lang="fr-FR" dirty="0"/>
              <a:t>Présentation (-30%) : contenu maîtrisé, slides faites en une session</a:t>
            </a:r>
          </a:p>
          <a:p>
            <a:r>
              <a:rPr lang="fr-FR" dirty="0"/>
              <a:t>HTML/CSS (-20%) : compétences existantes, design fluide dès le départ</a:t>
            </a:r>
          </a:p>
          <a:p>
            <a:r>
              <a:rPr lang="fr-FR" dirty="0"/>
              <a:t>Frontend Leaflet + </a:t>
            </a:r>
            <a:r>
              <a:rPr lang="fr-FR" dirty="0" err="1"/>
              <a:t>Swisstopo</a:t>
            </a:r>
            <a:r>
              <a:rPr lang="fr-FR" dirty="0"/>
              <a:t> (-10%) : API gratuite, bien documentée, intégration rapide</a:t>
            </a:r>
          </a:p>
          <a:p>
            <a:r>
              <a:rPr lang="fr-FR" b="1" dirty="0"/>
              <a:t>Dans les temps :</a:t>
            </a:r>
            <a:endParaRPr lang="fr-FR" dirty="0"/>
          </a:p>
          <a:p>
            <a:r>
              <a:rPr lang="fr-FR" dirty="0"/>
              <a:t>Formulaires sport (UI) : travail répétitif mais borné — 3 blocs similaires</a:t>
            </a:r>
          </a:p>
          <a:p>
            <a:r>
              <a:rPr lang="fr-FR" dirty="0"/>
              <a:t>Architecture API + .</a:t>
            </a:r>
            <a:r>
              <a:rPr lang="fr-FR" dirty="0" err="1"/>
              <a:t>env</a:t>
            </a:r>
            <a:r>
              <a:rPr lang="fr-FR" dirty="0"/>
              <a:t> : Gin bien structuré, routes déclarées rapidement</a:t>
            </a:r>
          </a:p>
          <a:p>
            <a:r>
              <a:rPr lang="fr-FR" b="1" dirty="0"/>
              <a:t>Légers dépassements :</a:t>
            </a:r>
            <a:endParaRPr lang="fr-FR" dirty="0"/>
          </a:p>
          <a:p>
            <a:r>
              <a:rPr lang="fr-FR" dirty="0"/>
              <a:t>Choix stack technique (+10%) : débat plus long que prévu entre Flask/Go et Leaflet/</a:t>
            </a:r>
            <a:r>
              <a:rPr lang="fr-FR" dirty="0" err="1"/>
              <a:t>OpenLayers</a:t>
            </a:r>
            <a:endParaRPr lang="fr-FR" dirty="0"/>
          </a:p>
          <a:p>
            <a:r>
              <a:rPr lang="fr-FR" dirty="0"/>
              <a:t>Affichage GPX + export (+40%) : format GPX plus contraignant, bugs d'encodage XML</a:t>
            </a:r>
          </a:p>
          <a:p>
            <a:r>
              <a:rPr lang="fr-FR" dirty="0"/>
              <a:t>Documentation du code (+60%) : 18 fichiers à commenter, sous-estimé</a:t>
            </a:r>
          </a:p>
          <a:p>
            <a:r>
              <a:rPr lang="fr-FR" b="1" dirty="0"/>
              <a:t>Dépassements importants :</a:t>
            </a:r>
            <a:endParaRPr lang="fr-FR" dirty="0"/>
          </a:p>
          <a:p>
            <a:r>
              <a:rPr lang="fr-FR" dirty="0"/>
              <a:t>Intégration </a:t>
            </a:r>
            <a:r>
              <a:rPr lang="fr-FR" dirty="0" err="1"/>
              <a:t>frontend↔backend</a:t>
            </a:r>
            <a:r>
              <a:rPr lang="fr-FR" dirty="0"/>
              <a:t> (+80%) : problèmes CORS, variables globales JS non synchronisées, cache navigateur</a:t>
            </a:r>
          </a:p>
          <a:p>
            <a:r>
              <a:rPr lang="fr-FR" dirty="0"/>
              <a:t>Tests &amp; calibrage boucles (+120%) : boucles triangulaires à ajuster, facteur sinuosité 2.6 à trouver empiriquement</a:t>
            </a:r>
          </a:p>
          <a:p>
            <a:r>
              <a:rPr lang="fr-FR" b="1" dirty="0"/>
              <a:t>Dépassements critiques :</a:t>
            </a:r>
            <a:endParaRPr lang="fr-FR" dirty="0"/>
          </a:p>
          <a:p>
            <a:r>
              <a:rPr lang="fr-FR" dirty="0"/>
              <a:t>Formules FTP/VAP/Naismith (+150%) : calibrage sur vrais parcours, plusieurs aller-retours pour atteindre moins de 2 min d'écart</a:t>
            </a:r>
          </a:p>
          <a:p>
            <a:r>
              <a:rPr lang="fr-FR" dirty="0"/>
              <a:t>Import OSM / </a:t>
            </a:r>
            <a:r>
              <a:rPr lang="fr-FR" dirty="0" err="1"/>
              <a:t>pgRouting</a:t>
            </a:r>
            <a:r>
              <a:rPr lang="fr-FR" dirty="0"/>
              <a:t> (+200%) : Docker, topologie source/</a:t>
            </a:r>
            <a:r>
              <a:rPr lang="fr-FR" dirty="0" err="1"/>
              <a:t>target</a:t>
            </a:r>
            <a:r>
              <a:rPr lang="fr-FR" dirty="0"/>
              <a:t>/</a:t>
            </a:r>
            <a:r>
              <a:rPr lang="fr-FR" dirty="0" err="1"/>
              <a:t>cost</a:t>
            </a:r>
            <a:r>
              <a:rPr lang="fr-FR" dirty="0"/>
              <a:t>, nœuds non connectés, zones sans routes</a:t>
            </a:r>
          </a:p>
          <a:p>
            <a:endParaRPr lang="fr-CH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F5F5F3-2232-403D-852D-FC961377BE07}" type="slidenum">
              <a:rPr lang="fr-CH" smtClean="0"/>
              <a:t>4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390156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dirty="0"/>
              <a:t>Frontend — ce que voit l'utilisateur dans le navigateur</a:t>
            </a:r>
            <a:endParaRPr lang="fr-FR" dirty="0"/>
          </a:p>
          <a:p>
            <a:r>
              <a:rPr lang="fr-FR" b="1" dirty="0"/>
              <a:t>HTML/CSS/JS</a:t>
            </a:r>
            <a:r>
              <a:rPr lang="fr-FR" dirty="0"/>
              <a:t> </a:t>
            </a:r>
          </a:p>
          <a:p>
            <a:r>
              <a:rPr lang="fr-FR" b="1" dirty="0"/>
              <a:t>Leaflet.js</a:t>
            </a:r>
            <a:r>
              <a:rPr lang="fr-FR" dirty="0"/>
              <a:t> : la bibliothèque qui affiche la carte interactive. Elle gère les tuiles, les marqueurs, les </a:t>
            </a:r>
            <a:r>
              <a:rPr lang="fr-FR" dirty="0" err="1"/>
              <a:t>popups</a:t>
            </a:r>
            <a:r>
              <a:rPr lang="fr-FR" dirty="0"/>
              <a:t> et les tracés </a:t>
            </a:r>
            <a:r>
              <a:rPr lang="fr-FR" dirty="0" err="1"/>
              <a:t>GeoJSON</a:t>
            </a:r>
            <a:r>
              <a:rPr lang="fr-FR" dirty="0"/>
              <a:t>.</a:t>
            </a:r>
          </a:p>
          <a:p>
            <a:r>
              <a:rPr lang="fr-FR" b="1" dirty="0" err="1"/>
              <a:t>Swisstopo</a:t>
            </a:r>
            <a:r>
              <a:rPr lang="fr-FR" b="1" dirty="0"/>
              <a:t> WMTS</a:t>
            </a:r>
            <a:r>
              <a:rPr lang="fr-FR" dirty="0"/>
              <a:t> : les fonds de carte (topographique et </a:t>
            </a:r>
            <a:r>
              <a:rPr lang="fr-FR" dirty="0" err="1"/>
              <a:t>orthophoto</a:t>
            </a:r>
            <a:r>
              <a:rPr lang="fr-FR" dirty="0"/>
              <a:t>) viennent de </a:t>
            </a:r>
            <a:r>
              <a:rPr lang="fr-FR" dirty="0" err="1"/>
              <a:t>Swisstopo</a:t>
            </a:r>
            <a:r>
              <a:rPr lang="fr-FR" dirty="0"/>
              <a:t> via le protocole WMTS </a:t>
            </a:r>
          </a:p>
          <a:p>
            <a:r>
              <a:rPr lang="fr-FR" b="1" dirty="0" err="1"/>
              <a:t>OpenStreetMap</a:t>
            </a:r>
            <a:r>
              <a:rPr lang="fr-FR" dirty="0"/>
              <a:t> : la base de données géographique collaborative dont viennent toutes nos routes. Utilisée pour le géocodage (</a:t>
            </a:r>
            <a:r>
              <a:rPr lang="fr-FR" dirty="0" err="1"/>
              <a:t>Nominatim</a:t>
            </a:r>
            <a:r>
              <a:rPr lang="fr-FR" dirty="0"/>
              <a:t>) et les données importées dans </a:t>
            </a:r>
            <a:r>
              <a:rPr lang="fr-FR" dirty="0" err="1"/>
              <a:t>pgRouting</a:t>
            </a:r>
            <a:r>
              <a:rPr lang="fr-FR" dirty="0"/>
              <a:t>.</a:t>
            </a:r>
          </a:p>
          <a:p>
            <a:r>
              <a:rPr lang="fr-FR" b="1" dirty="0"/>
              <a:t>6 fichiers JS modulaires</a:t>
            </a:r>
            <a:r>
              <a:rPr lang="fr-FR" dirty="0"/>
              <a:t> : chaque fichier a une responsabilité précise map.js pour la carte, search.js pour la recherche, routing.js pour l'itinéraire A→B, etc. On évite un seul gros fichier ingérable.</a:t>
            </a:r>
          </a:p>
          <a:p>
            <a:br>
              <a:rPr lang="fr-FR" dirty="0"/>
            </a:br>
            <a:endParaRPr lang="fr-FR" dirty="0"/>
          </a:p>
          <a:p>
            <a:r>
              <a:rPr lang="fr-FR" b="1" dirty="0"/>
              <a:t>Backend — le serveur Go</a:t>
            </a:r>
            <a:endParaRPr lang="fr-FR" dirty="0"/>
          </a:p>
          <a:p>
            <a:r>
              <a:rPr lang="fr-FR" b="1" dirty="0"/>
              <a:t>Go 1.21 + Gin</a:t>
            </a:r>
            <a:r>
              <a:rPr lang="fr-FR" dirty="0"/>
              <a:t> : Go est un langage compilé très rapide. Gin est un mini-</a:t>
            </a:r>
            <a:r>
              <a:rPr lang="fr-FR" dirty="0" err="1"/>
              <a:t>framework</a:t>
            </a:r>
            <a:r>
              <a:rPr lang="fr-FR" dirty="0"/>
              <a:t> HTTP qui simplifie la déclaration des routes. Le serveur répond aux requêtes en moins de 5ms.</a:t>
            </a:r>
          </a:p>
          <a:p>
            <a:r>
              <a:rPr lang="fr-FR" b="1" dirty="0"/>
              <a:t>REST API 5 </a:t>
            </a:r>
            <a:r>
              <a:rPr lang="fr-FR" b="1" dirty="0" err="1"/>
              <a:t>endpoints</a:t>
            </a:r>
            <a:r>
              <a:rPr lang="fr-FR" dirty="0"/>
              <a:t> : le backend expose 5 URLs que le frontend appelle — /api/route, /api/</a:t>
            </a:r>
            <a:r>
              <a:rPr lang="fr-FR" dirty="0" err="1"/>
              <a:t>search</a:t>
            </a:r>
            <a:r>
              <a:rPr lang="fr-FR" dirty="0"/>
              <a:t>-routes, /api/</a:t>
            </a:r>
            <a:r>
              <a:rPr lang="fr-FR" dirty="0" err="1"/>
              <a:t>osm-ways</a:t>
            </a:r>
            <a:r>
              <a:rPr lang="fr-FR" dirty="0"/>
              <a:t>, /api/pois, /api/</a:t>
            </a:r>
            <a:r>
              <a:rPr lang="fr-FR" dirty="0" err="1"/>
              <a:t>health</a:t>
            </a:r>
            <a:r>
              <a:rPr lang="fr-FR" dirty="0"/>
              <a:t>.</a:t>
            </a:r>
          </a:p>
          <a:p>
            <a:r>
              <a:rPr lang="fr-FR" b="1" dirty="0"/>
              <a:t>Fichiers statiques</a:t>
            </a:r>
            <a:r>
              <a:rPr lang="fr-FR" dirty="0"/>
              <a:t> : Go sert aussi directement le HTML, CSS et JS du frontend. Pas besoin de serveur web séparé (</a:t>
            </a:r>
            <a:r>
              <a:rPr lang="fr-FR" dirty="0" err="1"/>
              <a:t>nginx</a:t>
            </a:r>
            <a:r>
              <a:rPr lang="fr-FR" dirty="0"/>
              <a:t>, Apache).</a:t>
            </a:r>
          </a:p>
          <a:p>
            <a:r>
              <a:rPr lang="fr-FR" b="1" dirty="0"/>
              <a:t>Connexion via .</a:t>
            </a:r>
            <a:r>
              <a:rPr lang="fr-FR" b="1" dirty="0" err="1"/>
              <a:t>env</a:t>
            </a:r>
            <a:r>
              <a:rPr lang="fr-FR" dirty="0"/>
              <a:t> : les identifiants PostgreSQL (hôte, port, mot de passe) sont dans un fichier .</a:t>
            </a:r>
            <a:r>
              <a:rPr lang="fr-FR" dirty="0" err="1"/>
              <a:t>env</a:t>
            </a:r>
            <a:r>
              <a:rPr lang="fr-FR" dirty="0"/>
              <a:t> non versionné — bonne pratique de sécurité.</a:t>
            </a:r>
          </a:p>
          <a:p>
            <a:br>
              <a:rPr lang="fr-FR" dirty="0"/>
            </a:br>
            <a:endParaRPr lang="fr-FR" dirty="0"/>
          </a:p>
          <a:p>
            <a:r>
              <a:rPr lang="fr-FR" b="1" dirty="0"/>
              <a:t>Base de données — PostgreSQL + extensions géospatiales</a:t>
            </a:r>
            <a:endParaRPr lang="fr-FR" dirty="0"/>
          </a:p>
          <a:p>
            <a:r>
              <a:rPr lang="fr-FR" b="1" dirty="0"/>
              <a:t>PostgreSQL 15</a:t>
            </a:r>
            <a:r>
              <a:rPr lang="fr-FR" dirty="0"/>
              <a:t> : base de données relationnelle open-source, la plus avancée du marché.</a:t>
            </a:r>
          </a:p>
          <a:p>
            <a:r>
              <a:rPr lang="fr-FR" b="1" dirty="0" err="1"/>
              <a:t>PostGIS</a:t>
            </a:r>
            <a:r>
              <a:rPr lang="fr-FR" dirty="0"/>
              <a:t> : extension qui ajoute les types géométriques (POINT, LINESTRING) et les fonctions spatiales (</a:t>
            </a:r>
            <a:r>
              <a:rPr lang="fr-FR" dirty="0" err="1"/>
              <a:t>ST_Distance</a:t>
            </a:r>
            <a:r>
              <a:rPr lang="fr-FR" dirty="0"/>
              <a:t>, </a:t>
            </a:r>
            <a:r>
              <a:rPr lang="fr-FR" dirty="0" err="1"/>
              <a:t>ST_Union</a:t>
            </a:r>
            <a:r>
              <a:rPr lang="fr-FR" dirty="0"/>
              <a:t>...). Sans </a:t>
            </a:r>
            <a:r>
              <a:rPr lang="fr-FR" dirty="0" err="1"/>
              <a:t>PostGIS</a:t>
            </a:r>
            <a:r>
              <a:rPr lang="fr-FR" dirty="0"/>
              <a:t>, PostgreSQL ne comprend pas ce qu'est une coordonnée GPS.</a:t>
            </a:r>
          </a:p>
          <a:p>
            <a:r>
              <a:rPr lang="fr-FR" b="1" dirty="0" err="1"/>
              <a:t>pgRouting</a:t>
            </a:r>
            <a:r>
              <a:rPr lang="fr-FR" b="1" dirty="0"/>
              <a:t> + Dijkstra</a:t>
            </a:r>
            <a:r>
              <a:rPr lang="fr-FR" dirty="0"/>
              <a:t> : extension qui ajoute les algorithmes de routage sur graphe. Dijkstra calcule le plus court chemin entre deux nœuds — c'est lui qui génère les itinéraires sur le vrai réseau routier OSM.</a:t>
            </a:r>
          </a:p>
          <a:p>
            <a:r>
              <a:rPr lang="fr-FR" b="1" dirty="0"/>
              <a:t>Docker Desktop</a:t>
            </a:r>
            <a:r>
              <a:rPr lang="fr-FR" dirty="0"/>
              <a:t> : la base de données tourne dans un conteneur isolé. Tout le monde a exactement le même environnement, pas de "ça marche sur mon PC mais pas le tien".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dirty="0"/>
              <a:t>1 — Récupération &amp; tri des données</a:t>
            </a:r>
            <a:r>
              <a:rPr lang="fr-FR" dirty="0"/>
              <a:t> On a téléchargé les données routières d'</a:t>
            </a:r>
            <a:r>
              <a:rPr lang="fr-FR" dirty="0" err="1"/>
              <a:t>OpenStreetMap</a:t>
            </a:r>
            <a:r>
              <a:rPr lang="fr-FR" dirty="0"/>
              <a:t> pour la Suisse romande (fichier .</a:t>
            </a:r>
            <a:r>
              <a:rPr lang="fr-FR" dirty="0" err="1"/>
              <a:t>osm</a:t>
            </a:r>
            <a:r>
              <a:rPr lang="fr-FR" dirty="0"/>
              <a:t> de plusieurs Go), puis on a utilisé l'outil osm2pgrouting pour les importer automatiquement dans PostgreSQL. Cet outil crée le graphe routier — 351 509 tronçons et 291 381 intersections — prêt à être utilisé par Dijkstra.</a:t>
            </a:r>
          </a:p>
          <a:p>
            <a:endParaRPr lang="fr-FR" dirty="0"/>
          </a:p>
          <a:p>
            <a:r>
              <a:rPr lang="fr-FR" b="1" dirty="0"/>
              <a:t>2 — CSS &amp; interface visuelle</a:t>
            </a:r>
            <a:r>
              <a:rPr lang="fr-FR" dirty="0"/>
              <a:t> Avant d'écrire une seule ligne de logique, on a défini l'apparence du site : palette verte </a:t>
            </a:r>
            <a:r>
              <a:rPr lang="fr-FR" dirty="0" err="1"/>
              <a:t>ChronoPath</a:t>
            </a:r>
            <a:r>
              <a:rPr lang="fr-FR" dirty="0"/>
              <a:t>, sidebar, onglets, </a:t>
            </a:r>
            <a:r>
              <a:rPr lang="fr-FR" dirty="0" err="1"/>
              <a:t>sliders</a:t>
            </a:r>
            <a:r>
              <a:rPr lang="fr-FR" dirty="0"/>
              <a:t>. Leaflet.js est intégré ici — il affiche la carte et les tuiles </a:t>
            </a:r>
            <a:r>
              <a:rPr lang="fr-FR" dirty="0" err="1"/>
              <a:t>Swisstopo</a:t>
            </a:r>
            <a:r>
              <a:rPr lang="fr-FR" dirty="0"/>
              <a:t> WMTS par-dessus.</a:t>
            </a:r>
          </a:p>
          <a:p>
            <a:endParaRPr lang="fr-FR" dirty="0"/>
          </a:p>
          <a:p>
            <a:r>
              <a:rPr lang="fr-FR" b="1" dirty="0"/>
              <a:t>3 — Boutons &amp; commandes JS</a:t>
            </a:r>
            <a:r>
              <a:rPr lang="fr-FR" dirty="0"/>
              <a:t> C'est le cerveau du frontend. Les 6 fichiers JavaScript gèrent chacun une fonctionnalité : map.js pour la carte, search.js pour la recherche, routing.js pour l'itinéraire A→B, create.js pour le tracé manuel, cantons.js pour les couches, app.js pour la logique principale. Chaque bouton de l'interface est relié à une fonction JS qui appelle l'API Go.</a:t>
            </a:r>
          </a:p>
          <a:p>
            <a:endParaRPr lang="fr-FR" b="1" dirty="0"/>
          </a:p>
          <a:p>
            <a:r>
              <a:rPr lang="fr-FR" b="1" dirty="0"/>
              <a:t>4 — Stockage Docker Desktop</a:t>
            </a:r>
            <a:r>
              <a:rPr lang="fr-FR" dirty="0"/>
              <a:t> La base de données PostgreSQL ne s'installe pas directement sur la machine — elle tourne dans un conteneur Docker nommé </a:t>
            </a:r>
            <a:r>
              <a:rPr lang="fr-FR" dirty="0" err="1"/>
              <a:t>gin_pgrouting</a:t>
            </a:r>
            <a:r>
              <a:rPr lang="fr-FR" dirty="0"/>
              <a:t>. L'avantage : tout le monde dans le groupe a exactement le même environnement, pas de problèmes de version ou de configuration. La commande pour démarrer : 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docker start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gin_pgrouting</a:t>
            </a:r>
            <a:r>
              <a:rPr lang="fr-FR" dirty="0"/>
              <a:t>.</a:t>
            </a:r>
          </a:p>
          <a:p>
            <a:endParaRPr lang="fr-FR" b="1" dirty="0"/>
          </a:p>
          <a:p>
            <a:r>
              <a:rPr lang="fr-FR" b="1" dirty="0"/>
              <a:t>5 — Imports </a:t>
            </a:r>
            <a:r>
              <a:rPr lang="fr-FR" b="1" dirty="0" err="1"/>
              <a:t>pgRouting</a:t>
            </a:r>
            <a:r>
              <a:rPr lang="fr-FR" b="1" dirty="0"/>
              <a:t> &amp; tests</a:t>
            </a:r>
            <a:r>
              <a:rPr lang="fr-FR" dirty="0"/>
              <a:t> Dernière étape : on branche tout. </a:t>
            </a:r>
            <a:r>
              <a:rPr lang="fr-FR" dirty="0" err="1"/>
              <a:t>pgRouting</a:t>
            </a:r>
            <a:r>
              <a:rPr lang="fr-FR" dirty="0"/>
              <a:t> reçoit les données OSM importées à l'étape 1 et peut maintenant calculer des itinéraires via Dijkstra sur le vrai réseau routier. Cette étape a inclus le calibrage des boucles triangulaires et la validation sur de vrais parcours — c'est ici qu'on a passé le plus de temps.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i="1" dirty="0" err="1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Algorithme</a:t>
            </a:r>
            <a:r>
              <a:rPr lang="en-US" sz="1200" i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i="1" dirty="0" err="1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calibré</a:t>
            </a:r>
            <a:r>
              <a:rPr lang="en-US" sz="1200" i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avec </a:t>
            </a:r>
            <a:r>
              <a:rPr lang="en-US" sz="1200" i="1" dirty="0" err="1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facteur</a:t>
            </a:r>
            <a:r>
              <a:rPr lang="en-US" sz="1200" i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i="1" dirty="0" err="1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sinuosité</a:t>
            </a:r>
            <a:r>
              <a:rPr lang="en-US" sz="1200" i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2.6</a:t>
            </a:r>
            <a:endParaRPr lang="en-US" sz="1200" dirty="0"/>
          </a:p>
          <a:p>
            <a:r>
              <a:rPr lang="en-US" sz="1200" i="1" dirty="0" err="1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vitesse</a:t>
            </a:r>
            <a:r>
              <a:rPr lang="en-US" sz="1200" i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8 + FTP × 6.5 km/h</a:t>
            </a:r>
          </a:p>
          <a:p>
            <a:endParaRPr lang="en-US" sz="1200" i="1" dirty="0">
              <a:solidFill>
                <a:srgbClr val="2D6A4F"/>
              </a:solidFill>
              <a:latin typeface="Arial" pitchFamily="34" charset="0"/>
              <a:cs typeface="Arial" pitchFamily="34" charset="-120"/>
            </a:endParaRPr>
          </a:p>
          <a:p>
            <a:r>
              <a:rPr lang="en-US" sz="1200" i="1" dirty="0">
                <a:solidFill>
                  <a:srgbClr val="2D6A4F"/>
                </a:solidFill>
                <a:latin typeface="Arial" pitchFamily="34" charset="0"/>
                <a:cs typeface="Arial" pitchFamily="34" charset="-120"/>
              </a:rPr>
              <a:t>- </a:t>
            </a:r>
            <a:r>
              <a:rPr lang="en-US" sz="1200" i="1" dirty="0" err="1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Facteur</a:t>
            </a:r>
            <a:r>
              <a:rPr lang="en-US" sz="1200" i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distance : 90% VAP sur 10km</a:t>
            </a:r>
            <a:endParaRPr lang="en-US" sz="1200" dirty="0"/>
          </a:p>
          <a:p>
            <a:r>
              <a:rPr lang="en-US" sz="1200" i="1" dirty="0" err="1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Pénalité</a:t>
            </a:r>
            <a:r>
              <a:rPr lang="en-US" sz="1200" i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D+ : +0.5 min/100m</a:t>
            </a:r>
            <a:endParaRPr lang="en-US" sz="1200" dirty="0"/>
          </a:p>
          <a:p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074E1A-A4CD-741F-3F50-60456C6C90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03B1812-0BED-F8F0-C018-C0C1467FFD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575B2C6-C2EC-2A63-C400-89461B3E0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90D76-A926-4305-B5CD-6BBE71208308}" type="datetimeFigureOut">
              <a:rPr lang="fr-CH" smtClean="0"/>
              <a:t>01.06.2026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E9AEE28-DC60-7FBB-B422-3EAC51697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61D4431-C01F-B10D-EFD2-19115C300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1384B-115F-4046-93AC-123366B02498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577570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A577686-ADC8-6E69-4C13-0D4060BEA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F13180D-8B42-FF27-337A-6752AC8CAE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A323760-F20B-4E83-E992-EC47768C3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90D76-A926-4305-B5CD-6BBE71208308}" type="datetimeFigureOut">
              <a:rPr lang="fr-CH" smtClean="0"/>
              <a:t>01.06.2026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3662EA0-10E8-9EF7-6549-7A81C1589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36FEEDC-85AF-05D1-8D1C-A208B3C8C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1384B-115F-4046-93AC-123366B02498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342895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5D749D-0580-D565-22CF-6DBE347C0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88FC1BC-D453-CAA6-80CE-50B59ED49F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EFE3794-7A2F-D27D-8D9E-A0CB806D9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90D76-A926-4305-B5CD-6BBE71208308}" type="datetimeFigureOut">
              <a:rPr lang="fr-CH" smtClean="0"/>
              <a:t>01.06.2026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299431B-2B85-C16D-DF01-AD27429F2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C2B72B0-109A-6A7A-D153-FEB78554D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1384B-115F-4046-93AC-123366B02498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343812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244CEC-3C6C-4280-E674-72F94AF46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CDCAB2A-270B-F8F9-1234-5676B0C854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C897CBD-0E9F-E9D0-14DA-AD7ECE90C7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47A6A6E-E5CE-4D79-AA8C-128137899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90D76-A926-4305-B5CD-6BBE71208308}" type="datetimeFigureOut">
              <a:rPr lang="fr-CH" smtClean="0"/>
              <a:t>01.06.2026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E14793A-1A66-42BC-D4C6-EF60FF929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A9AF819-18EF-B5FB-082A-82114AAB2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1384B-115F-4046-93AC-123366B02498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290189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C63E77-7246-C679-C16D-86C88E4CE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9DBD059-4EF8-FC9B-8D8E-E5DFDB46EC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27AE217-7FA7-B38E-0D29-11136A0698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4664558-987A-0E90-FA3E-EDF3390BCF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937830C-D36A-829F-84B2-FF81347D5C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24DF5F2-FE73-9D41-CB7F-ACE15DB4B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90D76-A926-4305-B5CD-6BBE71208308}" type="datetimeFigureOut">
              <a:rPr lang="fr-CH" smtClean="0"/>
              <a:t>01.06.2026</a:t>
            </a:fld>
            <a:endParaRPr lang="fr-CH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3113D1E-F019-1DD2-718F-D4FC9ABA7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5106D7D-AD09-2C65-998C-8EB7C9EDD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1384B-115F-4046-93AC-123366B02498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721957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B9AC83-A5E2-0F3D-B9F6-93785BEE2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2397641-2D55-4D0C-6957-D2D53481C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90D76-A926-4305-B5CD-6BBE71208308}" type="datetimeFigureOut">
              <a:rPr lang="fr-CH" smtClean="0"/>
              <a:t>01.06.2026</a:t>
            </a:fld>
            <a:endParaRPr lang="fr-CH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FD6E1B5-A4AB-12CB-C824-90DD6D8CC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58F336D-45DF-40B4-35EF-1356E2D7A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1384B-115F-4046-93AC-123366B02498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655195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02AEC20-7E67-077C-74D4-CD7321442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90D76-A926-4305-B5CD-6BBE71208308}" type="datetimeFigureOut">
              <a:rPr lang="fr-CH" smtClean="0"/>
              <a:t>01.06.2026</a:t>
            </a:fld>
            <a:endParaRPr lang="fr-CH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D8DD6EA-AB52-C242-0BF7-0390FF9C3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1376E27-E74C-4305-934C-2B274FAC5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1384B-115F-4046-93AC-123366B02498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241325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5F3EA7-37B0-8ADC-40A8-BB6B7CAC6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D3C260A-61E3-5349-9C22-E55D9292B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5914171-4593-75C5-E322-A0C86EF4DD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09CB27D-55AF-BFB5-620F-FBDD660A8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90D76-A926-4305-B5CD-6BBE71208308}" type="datetimeFigureOut">
              <a:rPr lang="fr-CH" smtClean="0"/>
              <a:t>01.06.2026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2B77887-AAD9-4F8B-3F50-53A25428D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65DEE51-85DB-648A-72FA-4D687770F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1384B-115F-4046-93AC-123366B02498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684040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041E5D-9F8C-8444-71B7-EAD638278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F3DB144A-9970-EF83-87CC-7EA366BBB3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H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4CB0BEB-D8EE-BCA1-BAF7-FE54AF6A1E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E698839-A456-8522-99F5-9D6F4358C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90D76-A926-4305-B5CD-6BBE71208308}" type="datetimeFigureOut">
              <a:rPr lang="fr-CH" smtClean="0"/>
              <a:t>01.06.2026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7DC85A6-79B6-9012-AC65-D39624664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3B1054E-D17E-0351-AD10-4A8C0DF59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1384B-115F-4046-93AC-123366B02498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637003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A14AE2-5374-30BE-B5BC-88EB1E663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CECB77E-DD25-827F-C42B-019BBC2037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38C289A-BDD9-3B73-7FEA-FD84BA599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90D76-A926-4305-B5CD-6BBE71208308}" type="datetimeFigureOut">
              <a:rPr lang="fr-CH" smtClean="0"/>
              <a:t>01.06.2026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ECE7F88-D959-3E72-BEA8-E8F4D7036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36B86EA-3B0C-E565-E854-EA9AF5C19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1384B-115F-4046-93AC-123366B02498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836302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F99284BE-DCBA-DCAB-A291-29B6AE27AE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8685F15-EFF2-AAE4-06BC-DD38589D64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9F267BD-4BC5-23BB-5455-710197F13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90D76-A926-4305-B5CD-6BBE71208308}" type="datetimeFigureOut">
              <a:rPr lang="fr-CH" smtClean="0"/>
              <a:t>01.06.2026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C7C79D6-2A9D-3F2F-88FE-A0904B6F0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D3D8B58-AD64-AC42-ADA1-88DC98129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1384B-115F-4046-93AC-123366B02498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9039083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7608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4E89B58-E723-2FEE-62AA-2EC8996D2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34A2DA6-A0ED-60BA-BD9C-49D265553E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401A40A-7D2A-24AC-4C31-097B3C4640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190D76-A926-4305-B5CD-6BBE71208308}" type="datetimeFigureOut">
              <a:rPr lang="fr-CH" smtClean="0"/>
              <a:t>01.06.2026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3B64BA1-810C-B93B-42AE-1505D5D5A2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366FEE0-FDAD-D360-99BE-0A03953E1D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E1384B-115F-4046-93AC-123366B02498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494524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0.sv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hyperlink" Target="http://localhost:8080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9A5BE8-EB8A-BD91-2D7A-257FBA299C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972312"/>
            <a:ext cx="9144000" cy="967654"/>
          </a:xfrm>
        </p:spPr>
        <p:txBody>
          <a:bodyPr>
            <a:noAutofit/>
          </a:bodyPr>
          <a:lstStyle/>
          <a:p>
            <a:r>
              <a:rPr lang="fr-FR" sz="7200" noProof="0" dirty="0"/>
              <a:t>Projet GIN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17D7691-BCC3-D52B-AB4D-859317FBAD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3347711"/>
            <a:ext cx="9144000" cy="1972992"/>
          </a:xfrm>
        </p:spPr>
        <p:txBody>
          <a:bodyPr>
            <a:noAutofit/>
          </a:bodyPr>
          <a:lstStyle/>
          <a:p>
            <a:r>
              <a:rPr lang="fr-FR" sz="2800" noProof="0" dirty="0"/>
              <a:t>Création de parcours sportifs</a:t>
            </a:r>
          </a:p>
          <a:p>
            <a:r>
              <a:rPr lang="fr-FR" sz="1600" noProof="0" dirty="0"/>
              <a:t>Course à pied </a:t>
            </a:r>
          </a:p>
          <a:p>
            <a:r>
              <a:rPr lang="fr-FR" sz="1600" noProof="0" dirty="0"/>
              <a:t>Vélo</a:t>
            </a:r>
          </a:p>
          <a:p>
            <a:r>
              <a:rPr lang="fr-FR" sz="1600" noProof="0" dirty="0"/>
              <a:t>Randonné</a:t>
            </a:r>
          </a:p>
          <a:p>
            <a:endParaRPr lang="fr-FR" sz="2800" noProof="0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DE01912-E755-437E-95BD-01B477C9BB8D}"/>
              </a:ext>
            </a:extLst>
          </p:cNvPr>
          <p:cNvSpPr txBox="1"/>
          <p:nvPr/>
        </p:nvSpPr>
        <p:spPr>
          <a:xfrm>
            <a:off x="3349924" y="5589916"/>
            <a:ext cx="54921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noProof="0" dirty="0"/>
              <a:t>Fabio – Mathis – William</a:t>
            </a:r>
          </a:p>
          <a:p>
            <a:pPr algn="ctr"/>
            <a:r>
              <a:rPr lang="fr-FR" noProof="0" dirty="0"/>
              <a:t>03.06.26</a:t>
            </a:r>
          </a:p>
          <a:p>
            <a:endParaRPr lang="fr-FR" noProof="0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8AB6A35A-E4D6-1141-A3C1-09D73C9496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11" t="19413" r="25684" b="30453"/>
          <a:stretch>
            <a:fillRect/>
          </a:stretch>
        </p:blipFill>
        <p:spPr>
          <a:xfrm>
            <a:off x="184455" y="102413"/>
            <a:ext cx="1439520" cy="151598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8755FA51-59A5-87F4-9979-EF8446CE6C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7127" y="600280"/>
            <a:ext cx="2728735" cy="520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313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6AA2073-1101-0E92-C619-287553D64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Sommaire</a:t>
            </a:r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257967A1-7D91-F274-8EFA-10D020364D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6904902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Graphique 3" descr="Coche avec un remplissage uni">
            <a:extLst>
              <a:ext uri="{FF2B5EF4-FFF2-40B4-BE49-F238E27FC236}">
                <a16:creationId xmlns:a16="http://schemas.microsoft.com/office/drawing/2014/main" id="{C555DE86-AEC9-EE0C-E2BE-28EA347579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93158" y="5782508"/>
            <a:ext cx="250078" cy="250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9484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3632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fr-FR" sz="2400" noProof="0" dirty="0"/>
          </a:p>
        </p:txBody>
      </p:sp>
      <p:sp>
        <p:nvSpPr>
          <p:cNvPr id="3" name="Text 1"/>
          <p:cNvSpPr/>
          <p:nvPr/>
        </p:nvSpPr>
        <p:spPr>
          <a:xfrm>
            <a:off x="487680" y="97536"/>
            <a:ext cx="1121664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36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Avant-projet</a:t>
            </a:r>
            <a:endParaRPr lang="fr-FR" sz="3600" noProof="0" dirty="0"/>
          </a:p>
        </p:txBody>
      </p:sp>
      <p:sp>
        <p:nvSpPr>
          <p:cNvPr id="4" name="Shape 2"/>
          <p:cNvSpPr/>
          <p:nvPr/>
        </p:nvSpPr>
        <p:spPr>
          <a:xfrm>
            <a:off x="243840" y="1219200"/>
            <a:ext cx="7071360" cy="5242560"/>
          </a:xfrm>
          <a:prstGeom prst="rect">
            <a:avLst/>
          </a:prstGeom>
          <a:solidFill>
            <a:srgbClr val="111111"/>
          </a:solidFill>
          <a:ln w="12700">
            <a:solidFill>
              <a:srgbClr val="2D6A4F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sz="2400" noProof="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04800" y="1280160"/>
            <a:ext cx="6949440" cy="5120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80960" y="1341120"/>
            <a:ext cx="426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2000" b="1" noProof="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site pour trois sports</a:t>
            </a:r>
            <a:endParaRPr lang="fr-FR" sz="2000" noProof="0" dirty="0"/>
          </a:p>
        </p:txBody>
      </p:sp>
      <p:sp>
        <p:nvSpPr>
          <p:cNvPr id="7" name="Shape 4"/>
          <p:cNvSpPr/>
          <p:nvPr/>
        </p:nvSpPr>
        <p:spPr>
          <a:xfrm>
            <a:off x="7680960" y="2097024"/>
            <a:ext cx="219456" cy="219456"/>
          </a:xfrm>
          <a:prstGeom prst="ellipse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fr-FR" sz="2400" noProof="0" dirty="0"/>
          </a:p>
        </p:txBody>
      </p:sp>
      <p:sp>
        <p:nvSpPr>
          <p:cNvPr id="8" name="Text 5"/>
          <p:cNvSpPr/>
          <p:nvPr/>
        </p:nvSpPr>
        <p:spPr>
          <a:xfrm>
            <a:off x="7985760" y="2072640"/>
            <a:ext cx="390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533" noProof="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Trois mondes différents</a:t>
            </a:r>
            <a:endParaRPr lang="fr-FR" sz="1533" noProof="0" dirty="0"/>
          </a:p>
        </p:txBody>
      </p:sp>
      <p:sp>
        <p:nvSpPr>
          <p:cNvPr id="9" name="Shape 6"/>
          <p:cNvSpPr/>
          <p:nvPr/>
        </p:nvSpPr>
        <p:spPr>
          <a:xfrm>
            <a:off x="7680960" y="2706624"/>
            <a:ext cx="219456" cy="219456"/>
          </a:xfrm>
          <a:prstGeom prst="ellipse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fr-FR" sz="2400" noProof="0" dirty="0"/>
          </a:p>
        </p:txBody>
      </p:sp>
      <p:sp>
        <p:nvSpPr>
          <p:cNvPr id="10" name="Text 7"/>
          <p:cNvSpPr/>
          <p:nvPr/>
        </p:nvSpPr>
        <p:spPr>
          <a:xfrm>
            <a:off x="7985760" y="2682240"/>
            <a:ext cx="390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533" noProof="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Trois contraintes différentes</a:t>
            </a:r>
            <a:endParaRPr lang="fr-FR" sz="1533" noProof="0" dirty="0"/>
          </a:p>
        </p:txBody>
      </p:sp>
      <p:sp>
        <p:nvSpPr>
          <p:cNvPr id="11" name="Shape 8"/>
          <p:cNvSpPr/>
          <p:nvPr/>
        </p:nvSpPr>
        <p:spPr>
          <a:xfrm>
            <a:off x="7680960" y="3316224"/>
            <a:ext cx="219456" cy="219456"/>
          </a:xfrm>
          <a:prstGeom prst="ellipse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fr-FR" sz="2400" noProof="0" dirty="0"/>
          </a:p>
        </p:txBody>
      </p:sp>
      <p:sp>
        <p:nvSpPr>
          <p:cNvPr id="12" name="Text 9"/>
          <p:cNvSpPr/>
          <p:nvPr/>
        </p:nvSpPr>
        <p:spPr>
          <a:xfrm>
            <a:off x="7985760" y="3291840"/>
            <a:ext cx="390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533" noProof="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Trois couleurs bien distinctes</a:t>
            </a:r>
            <a:endParaRPr lang="fr-FR" sz="1533" noProof="0" dirty="0"/>
          </a:p>
        </p:txBody>
      </p:sp>
      <p:sp>
        <p:nvSpPr>
          <p:cNvPr id="13" name="Shape 10"/>
          <p:cNvSpPr/>
          <p:nvPr/>
        </p:nvSpPr>
        <p:spPr>
          <a:xfrm>
            <a:off x="7680960" y="4206240"/>
            <a:ext cx="41452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fr-FR" sz="2400" noProof="0" dirty="0"/>
          </a:p>
        </p:txBody>
      </p:sp>
      <p:sp>
        <p:nvSpPr>
          <p:cNvPr id="14" name="Text 11"/>
          <p:cNvSpPr/>
          <p:nvPr/>
        </p:nvSpPr>
        <p:spPr>
          <a:xfrm>
            <a:off x="7680960" y="4389120"/>
            <a:ext cx="426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2000" b="1" noProof="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objectif commun</a:t>
            </a:r>
            <a:endParaRPr lang="fr-FR" sz="2000" noProof="0" dirty="0"/>
          </a:p>
        </p:txBody>
      </p:sp>
      <p:sp>
        <p:nvSpPr>
          <p:cNvPr id="15" name="Shape 12"/>
          <p:cNvSpPr/>
          <p:nvPr/>
        </p:nvSpPr>
        <p:spPr>
          <a:xfrm>
            <a:off x="7680960" y="5096256"/>
            <a:ext cx="182880" cy="182880"/>
          </a:xfrm>
          <a:prstGeom prst="ellipse">
            <a:avLst/>
          </a:prstGeom>
          <a:solidFill>
            <a:srgbClr val="40916C"/>
          </a:solidFill>
          <a:ln/>
        </p:spPr>
        <p:txBody>
          <a:bodyPr/>
          <a:lstStyle/>
          <a:p>
            <a:endParaRPr lang="fr-FR" sz="2400" noProof="0" dirty="0"/>
          </a:p>
        </p:txBody>
      </p:sp>
      <p:sp>
        <p:nvSpPr>
          <p:cNvPr id="16" name="Text 13"/>
          <p:cNvSpPr/>
          <p:nvPr/>
        </p:nvSpPr>
        <p:spPr>
          <a:xfrm>
            <a:off x="7961376" y="5071872"/>
            <a:ext cx="390144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467" noProof="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Créer des parcours</a:t>
            </a:r>
            <a:endParaRPr lang="fr-FR" sz="1467" noProof="0" dirty="0"/>
          </a:p>
        </p:txBody>
      </p:sp>
      <p:sp>
        <p:nvSpPr>
          <p:cNvPr id="17" name="Shape 14"/>
          <p:cNvSpPr/>
          <p:nvPr/>
        </p:nvSpPr>
        <p:spPr>
          <a:xfrm>
            <a:off x="7680960" y="5486400"/>
            <a:ext cx="182880" cy="182880"/>
          </a:xfrm>
          <a:prstGeom prst="ellipse">
            <a:avLst/>
          </a:prstGeom>
          <a:solidFill>
            <a:srgbClr val="40916C"/>
          </a:solidFill>
          <a:ln/>
        </p:spPr>
        <p:txBody>
          <a:bodyPr/>
          <a:lstStyle/>
          <a:p>
            <a:endParaRPr lang="fr-FR" sz="2400" noProof="0" dirty="0"/>
          </a:p>
        </p:txBody>
      </p:sp>
      <p:sp>
        <p:nvSpPr>
          <p:cNvPr id="18" name="Text 15"/>
          <p:cNvSpPr/>
          <p:nvPr/>
        </p:nvSpPr>
        <p:spPr>
          <a:xfrm>
            <a:off x="7961376" y="5462016"/>
            <a:ext cx="390144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467" noProof="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Rechercher des parcours</a:t>
            </a:r>
            <a:endParaRPr lang="fr-FR" sz="1467" noProof="0" dirty="0"/>
          </a:p>
        </p:txBody>
      </p:sp>
      <p:sp>
        <p:nvSpPr>
          <p:cNvPr id="19" name="Shape 16"/>
          <p:cNvSpPr/>
          <p:nvPr/>
        </p:nvSpPr>
        <p:spPr>
          <a:xfrm>
            <a:off x="7680960" y="5876544"/>
            <a:ext cx="182880" cy="182880"/>
          </a:xfrm>
          <a:prstGeom prst="ellipse">
            <a:avLst/>
          </a:prstGeom>
          <a:solidFill>
            <a:srgbClr val="40916C"/>
          </a:solidFill>
          <a:ln/>
        </p:spPr>
        <p:txBody>
          <a:bodyPr/>
          <a:lstStyle/>
          <a:p>
            <a:endParaRPr lang="fr-FR" sz="2400" noProof="0" dirty="0"/>
          </a:p>
        </p:txBody>
      </p:sp>
      <p:sp>
        <p:nvSpPr>
          <p:cNvPr id="20" name="Text 17"/>
          <p:cNvSpPr/>
          <p:nvPr/>
        </p:nvSpPr>
        <p:spPr>
          <a:xfrm>
            <a:off x="7961376" y="5852160"/>
            <a:ext cx="390144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467" noProof="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Consulter des parcours</a:t>
            </a:r>
            <a:endParaRPr lang="fr-FR" sz="1467" noProof="0" dirty="0"/>
          </a:p>
        </p:txBody>
      </p:sp>
      <p:sp>
        <p:nvSpPr>
          <p:cNvPr id="21" name="Shape 18"/>
          <p:cNvSpPr/>
          <p:nvPr/>
        </p:nvSpPr>
        <p:spPr>
          <a:xfrm>
            <a:off x="7680960" y="6266688"/>
            <a:ext cx="182880" cy="182880"/>
          </a:xfrm>
          <a:prstGeom prst="ellipse">
            <a:avLst/>
          </a:prstGeom>
          <a:solidFill>
            <a:srgbClr val="40916C"/>
          </a:solidFill>
          <a:ln/>
        </p:spPr>
        <p:txBody>
          <a:bodyPr/>
          <a:lstStyle/>
          <a:p>
            <a:endParaRPr lang="fr-FR" sz="2400" noProof="0" dirty="0"/>
          </a:p>
        </p:txBody>
      </p:sp>
      <p:sp>
        <p:nvSpPr>
          <p:cNvPr id="22" name="Text 19"/>
          <p:cNvSpPr/>
          <p:nvPr/>
        </p:nvSpPr>
        <p:spPr>
          <a:xfrm>
            <a:off x="7961376" y="6242304"/>
            <a:ext cx="390144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467" noProof="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personnelle</a:t>
            </a:r>
            <a:endParaRPr lang="fr-FR" sz="1467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08C410-DB7E-C76B-6D87-908473567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37" y="15796"/>
            <a:ext cx="10515600" cy="1325563"/>
          </a:xfrm>
        </p:spPr>
        <p:txBody>
          <a:bodyPr/>
          <a:lstStyle/>
          <a:p>
            <a:r>
              <a:rPr lang="fr-FR" noProof="0" dirty="0"/>
              <a:t>Diagramme GANTT</a:t>
            </a:r>
          </a:p>
        </p:txBody>
      </p:sp>
      <p:pic>
        <p:nvPicPr>
          <p:cNvPr id="4" name="Espace réservé du contenu 3">
            <a:extLst>
              <a:ext uri="{FF2B5EF4-FFF2-40B4-BE49-F238E27FC236}">
                <a16:creationId xmlns:a16="http://schemas.microsoft.com/office/drawing/2014/main" id="{0D534152-0451-1F68-A64A-2B4ED0E792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58637" y="1012166"/>
            <a:ext cx="8844052" cy="5657510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9C76BF35-67B9-B2B8-6198-DE0ADFC135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782" y="991984"/>
            <a:ext cx="8830907" cy="5677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514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87680" y="121920"/>
            <a:ext cx="5056229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3733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— Architecture technique</a:t>
            </a:r>
            <a:endParaRPr lang="fr-FR" sz="3733" noProof="0" dirty="0"/>
          </a:p>
        </p:txBody>
      </p:sp>
      <p:sp>
        <p:nvSpPr>
          <p:cNvPr id="4" name="Shape 2"/>
          <p:cNvSpPr/>
          <p:nvPr/>
        </p:nvSpPr>
        <p:spPr>
          <a:xfrm>
            <a:off x="120769" y="1280160"/>
            <a:ext cx="3779520" cy="5242560"/>
          </a:xfrm>
          <a:prstGeom prst="rect">
            <a:avLst/>
          </a:prstGeom>
          <a:solidFill>
            <a:srgbClr val="FFFFFF"/>
          </a:solidFill>
          <a:ln w="25400">
            <a:solidFill>
              <a:srgbClr val="457B9D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sz="2400" noProof="0" dirty="0"/>
          </a:p>
        </p:txBody>
      </p:sp>
      <p:sp>
        <p:nvSpPr>
          <p:cNvPr id="5" name="Shape 3"/>
          <p:cNvSpPr/>
          <p:nvPr/>
        </p:nvSpPr>
        <p:spPr>
          <a:xfrm>
            <a:off x="120769" y="1246503"/>
            <a:ext cx="3779520" cy="670560"/>
          </a:xfrm>
          <a:prstGeom prst="rect">
            <a:avLst/>
          </a:prstGeom>
          <a:solidFill>
            <a:srgbClr val="457B9D"/>
          </a:solidFill>
          <a:ln/>
        </p:spPr>
        <p:txBody>
          <a:bodyPr/>
          <a:lstStyle/>
          <a:p>
            <a:endParaRPr lang="fr-FR" sz="2400" noProof="0" dirty="0"/>
          </a:p>
        </p:txBody>
      </p:sp>
      <p:sp>
        <p:nvSpPr>
          <p:cNvPr id="6" name="Text 4"/>
          <p:cNvSpPr/>
          <p:nvPr/>
        </p:nvSpPr>
        <p:spPr>
          <a:xfrm>
            <a:off x="242689" y="1307463"/>
            <a:ext cx="353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fr-FR" sz="1867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fr-FR" sz="1867" noProof="0" dirty="0"/>
          </a:p>
        </p:txBody>
      </p:sp>
      <p:sp>
        <p:nvSpPr>
          <p:cNvPr id="7" name="Text 5"/>
          <p:cNvSpPr/>
          <p:nvPr/>
        </p:nvSpPr>
        <p:spPr>
          <a:xfrm>
            <a:off x="303649" y="2099943"/>
            <a:ext cx="34747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467" noProof="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HTML / CSS / JS</a:t>
            </a:r>
            <a:endParaRPr lang="fr-FR" sz="1467" noProof="0" dirty="0"/>
          </a:p>
        </p:txBody>
      </p:sp>
      <p:sp>
        <p:nvSpPr>
          <p:cNvPr id="8" name="Text 6"/>
          <p:cNvSpPr/>
          <p:nvPr/>
        </p:nvSpPr>
        <p:spPr>
          <a:xfrm>
            <a:off x="303649" y="2831463"/>
            <a:ext cx="34747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467" noProof="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Leaflet.js</a:t>
            </a:r>
            <a:endParaRPr lang="fr-FR" sz="1467" noProof="0" dirty="0"/>
          </a:p>
        </p:txBody>
      </p:sp>
      <p:sp>
        <p:nvSpPr>
          <p:cNvPr id="9" name="Text 7"/>
          <p:cNvSpPr/>
          <p:nvPr/>
        </p:nvSpPr>
        <p:spPr>
          <a:xfrm>
            <a:off x="303649" y="3562983"/>
            <a:ext cx="34747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467" noProof="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fr-FR" sz="1467" noProof="0" dirty="0" err="1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Swisstopo</a:t>
            </a:r>
            <a:r>
              <a:rPr lang="fr-FR" sz="1467" noProof="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WMTS</a:t>
            </a:r>
            <a:endParaRPr lang="fr-FR" sz="1467" noProof="0" dirty="0"/>
          </a:p>
        </p:txBody>
      </p:sp>
      <p:sp>
        <p:nvSpPr>
          <p:cNvPr id="10" name="Text 8"/>
          <p:cNvSpPr/>
          <p:nvPr/>
        </p:nvSpPr>
        <p:spPr>
          <a:xfrm>
            <a:off x="303649" y="4294503"/>
            <a:ext cx="34747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467" noProof="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Open Street </a:t>
            </a:r>
            <a:r>
              <a:rPr lang="fr-FR" sz="1467" noProof="0" dirty="0" err="1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</a:t>
            </a:r>
            <a:endParaRPr lang="fr-FR" sz="1467" noProof="0" dirty="0"/>
          </a:p>
        </p:txBody>
      </p:sp>
      <p:sp>
        <p:nvSpPr>
          <p:cNvPr id="11" name="Text 9"/>
          <p:cNvSpPr/>
          <p:nvPr/>
        </p:nvSpPr>
        <p:spPr>
          <a:xfrm>
            <a:off x="303649" y="5026023"/>
            <a:ext cx="34747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467" noProof="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6 fichiers JS modulaires</a:t>
            </a:r>
            <a:endParaRPr lang="fr-FR" sz="1467" noProof="0" dirty="0"/>
          </a:p>
        </p:txBody>
      </p:sp>
      <p:sp>
        <p:nvSpPr>
          <p:cNvPr id="12" name="Shape 10"/>
          <p:cNvSpPr/>
          <p:nvPr/>
        </p:nvSpPr>
        <p:spPr>
          <a:xfrm>
            <a:off x="4203367" y="1280160"/>
            <a:ext cx="3779520" cy="5242560"/>
          </a:xfrm>
          <a:prstGeom prst="rect">
            <a:avLst/>
          </a:prstGeom>
          <a:solidFill>
            <a:srgbClr val="FFFFFF"/>
          </a:solidFill>
          <a:ln w="25400">
            <a:solidFill>
              <a:srgbClr val="2D6A4F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sz="2400" noProof="0" dirty="0"/>
          </a:p>
        </p:txBody>
      </p:sp>
      <p:sp>
        <p:nvSpPr>
          <p:cNvPr id="13" name="Shape 11"/>
          <p:cNvSpPr/>
          <p:nvPr/>
        </p:nvSpPr>
        <p:spPr>
          <a:xfrm>
            <a:off x="4205089" y="1246503"/>
            <a:ext cx="3779520" cy="67056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fr-FR" sz="2400" noProof="0" dirty="0"/>
          </a:p>
        </p:txBody>
      </p:sp>
      <p:sp>
        <p:nvSpPr>
          <p:cNvPr id="14" name="Text 12"/>
          <p:cNvSpPr/>
          <p:nvPr/>
        </p:nvSpPr>
        <p:spPr>
          <a:xfrm>
            <a:off x="4327009" y="1307463"/>
            <a:ext cx="353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fr-FR" sz="1867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fr-FR" sz="1867" noProof="0" dirty="0"/>
          </a:p>
        </p:txBody>
      </p:sp>
      <p:sp>
        <p:nvSpPr>
          <p:cNvPr id="15" name="Text 13"/>
          <p:cNvSpPr/>
          <p:nvPr/>
        </p:nvSpPr>
        <p:spPr>
          <a:xfrm>
            <a:off x="4387969" y="2099943"/>
            <a:ext cx="34747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467" noProof="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Go 1.21 + Gin </a:t>
            </a:r>
            <a:r>
              <a:rPr lang="fr-FR" sz="1467" noProof="0" dirty="0" err="1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</a:t>
            </a:r>
            <a:endParaRPr lang="fr-FR" sz="1467" noProof="0" dirty="0"/>
          </a:p>
        </p:txBody>
      </p:sp>
      <p:sp>
        <p:nvSpPr>
          <p:cNvPr id="17" name="Text 15"/>
          <p:cNvSpPr/>
          <p:nvPr/>
        </p:nvSpPr>
        <p:spPr>
          <a:xfrm>
            <a:off x="4393145" y="2827495"/>
            <a:ext cx="34747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467" noProof="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REST API 5 </a:t>
            </a:r>
            <a:r>
              <a:rPr lang="fr-FR" sz="1467" noProof="0" dirty="0" err="1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endpoints</a:t>
            </a:r>
            <a:endParaRPr lang="fr-FR" sz="1467" noProof="0" dirty="0"/>
          </a:p>
        </p:txBody>
      </p:sp>
      <p:sp>
        <p:nvSpPr>
          <p:cNvPr id="18" name="Text 16"/>
          <p:cNvSpPr/>
          <p:nvPr/>
        </p:nvSpPr>
        <p:spPr>
          <a:xfrm>
            <a:off x="4393145" y="3559015"/>
            <a:ext cx="34747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467" noProof="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Fichiers statiques</a:t>
            </a:r>
            <a:endParaRPr lang="fr-FR" sz="1467" noProof="0" dirty="0"/>
          </a:p>
        </p:txBody>
      </p:sp>
      <p:sp>
        <p:nvSpPr>
          <p:cNvPr id="19" name="Text 17"/>
          <p:cNvSpPr/>
          <p:nvPr/>
        </p:nvSpPr>
        <p:spPr>
          <a:xfrm>
            <a:off x="4393145" y="4290535"/>
            <a:ext cx="34747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467" noProof="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Connexion via .</a:t>
            </a:r>
            <a:r>
              <a:rPr lang="fr-FR" sz="1467" noProof="0" dirty="0" err="1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</a:t>
            </a:r>
            <a:endParaRPr lang="fr-FR" sz="1467" noProof="0" dirty="0"/>
          </a:p>
        </p:txBody>
      </p:sp>
      <p:sp>
        <p:nvSpPr>
          <p:cNvPr id="20" name="Shape 18"/>
          <p:cNvSpPr/>
          <p:nvPr/>
        </p:nvSpPr>
        <p:spPr>
          <a:xfrm>
            <a:off x="8289409" y="1280160"/>
            <a:ext cx="3779520" cy="5242560"/>
          </a:xfrm>
          <a:prstGeom prst="rect">
            <a:avLst/>
          </a:prstGeom>
          <a:solidFill>
            <a:srgbClr val="FFFFFF"/>
          </a:solidFill>
          <a:ln w="25400">
            <a:solidFill>
              <a:srgbClr val="E07A5F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sz="2400" noProof="0" dirty="0"/>
          </a:p>
        </p:txBody>
      </p:sp>
      <p:sp>
        <p:nvSpPr>
          <p:cNvPr id="21" name="Shape 19"/>
          <p:cNvSpPr/>
          <p:nvPr/>
        </p:nvSpPr>
        <p:spPr>
          <a:xfrm>
            <a:off x="8289409" y="1280160"/>
            <a:ext cx="3779520" cy="670560"/>
          </a:xfrm>
          <a:prstGeom prst="rect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fr-FR" sz="2400" noProof="0" dirty="0"/>
          </a:p>
        </p:txBody>
      </p:sp>
      <p:sp>
        <p:nvSpPr>
          <p:cNvPr id="22" name="Text 20"/>
          <p:cNvSpPr/>
          <p:nvPr/>
        </p:nvSpPr>
        <p:spPr>
          <a:xfrm>
            <a:off x="8411329" y="1307463"/>
            <a:ext cx="353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fr-FR" sz="1867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données</a:t>
            </a:r>
            <a:endParaRPr lang="fr-FR" sz="1867" noProof="0" dirty="0"/>
          </a:p>
        </p:txBody>
      </p:sp>
      <p:sp>
        <p:nvSpPr>
          <p:cNvPr id="23" name="Text 21"/>
          <p:cNvSpPr/>
          <p:nvPr/>
        </p:nvSpPr>
        <p:spPr>
          <a:xfrm>
            <a:off x="8472289" y="2099943"/>
            <a:ext cx="34747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467" noProof="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PostgreSQL 15</a:t>
            </a:r>
            <a:endParaRPr lang="fr-FR" sz="1467" noProof="0" dirty="0"/>
          </a:p>
        </p:txBody>
      </p:sp>
      <p:sp>
        <p:nvSpPr>
          <p:cNvPr id="24" name="Text 22"/>
          <p:cNvSpPr/>
          <p:nvPr/>
        </p:nvSpPr>
        <p:spPr>
          <a:xfrm>
            <a:off x="8472289" y="2827495"/>
            <a:ext cx="34747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467" noProof="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fr-FR" sz="1467" noProof="0" dirty="0" err="1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PostGIS</a:t>
            </a:r>
            <a:r>
              <a:rPr lang="fr-FR" sz="1467" noProof="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géométries</a:t>
            </a:r>
            <a:endParaRPr lang="fr-FR" sz="1467" noProof="0" dirty="0"/>
          </a:p>
        </p:txBody>
      </p:sp>
      <p:sp>
        <p:nvSpPr>
          <p:cNvPr id="25" name="Text 23"/>
          <p:cNvSpPr/>
          <p:nvPr/>
        </p:nvSpPr>
        <p:spPr>
          <a:xfrm>
            <a:off x="8472289" y="3559015"/>
            <a:ext cx="34747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467" noProof="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fr-FR" sz="1467" noProof="0" dirty="0" err="1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pgRouting</a:t>
            </a:r>
            <a:r>
              <a:rPr lang="fr-FR" sz="1467" noProof="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Dijkstra</a:t>
            </a:r>
            <a:endParaRPr lang="fr-FR" sz="1467" noProof="0" dirty="0"/>
          </a:p>
        </p:txBody>
      </p:sp>
      <p:sp>
        <p:nvSpPr>
          <p:cNvPr id="26" name="Text 24"/>
          <p:cNvSpPr/>
          <p:nvPr/>
        </p:nvSpPr>
        <p:spPr>
          <a:xfrm>
            <a:off x="8472289" y="4290535"/>
            <a:ext cx="34747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467" noProof="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Docker Desktop</a:t>
            </a:r>
            <a:endParaRPr lang="fr-FR" sz="1467" noProof="0" dirty="0"/>
          </a:p>
        </p:txBody>
      </p:sp>
      <p:sp>
        <p:nvSpPr>
          <p:cNvPr id="28" name="Shape 26"/>
          <p:cNvSpPr/>
          <p:nvPr/>
        </p:nvSpPr>
        <p:spPr>
          <a:xfrm flipV="1">
            <a:off x="3904315" y="4054416"/>
            <a:ext cx="295026" cy="133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fr-FR" sz="2400" noProof="0" dirty="0"/>
          </a:p>
        </p:txBody>
      </p:sp>
      <p:sp>
        <p:nvSpPr>
          <p:cNvPr id="29" name="Shape 27"/>
          <p:cNvSpPr/>
          <p:nvPr/>
        </p:nvSpPr>
        <p:spPr>
          <a:xfrm>
            <a:off x="7982887" y="4050964"/>
            <a:ext cx="306522" cy="3451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fr-FR" sz="2400" noProof="0" dirty="0"/>
          </a:p>
        </p:txBody>
      </p:sp>
      <p:sp>
        <p:nvSpPr>
          <p:cNvPr id="30" name="Text 28"/>
          <p:cNvSpPr/>
          <p:nvPr/>
        </p:nvSpPr>
        <p:spPr>
          <a:xfrm>
            <a:off x="3904315" y="3559015"/>
            <a:ext cx="3048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fr-FR" sz="1067" noProof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</a:t>
            </a:r>
            <a:endParaRPr lang="fr-FR" sz="1067" noProof="0" dirty="0"/>
          </a:p>
        </p:txBody>
      </p:sp>
      <p:sp>
        <p:nvSpPr>
          <p:cNvPr id="31" name="Text 29"/>
          <p:cNvSpPr/>
          <p:nvPr/>
        </p:nvSpPr>
        <p:spPr>
          <a:xfrm>
            <a:off x="7989785" y="3596640"/>
            <a:ext cx="3048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fr-FR" sz="1067" noProof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</a:t>
            </a:r>
            <a:endParaRPr lang="fr-FR" sz="1067" noProof="0" dirty="0"/>
          </a:p>
        </p:txBody>
      </p:sp>
      <p:sp>
        <p:nvSpPr>
          <p:cNvPr id="32" name="Titre 1">
            <a:extLst>
              <a:ext uri="{FF2B5EF4-FFF2-40B4-BE49-F238E27FC236}">
                <a16:creationId xmlns:a16="http://schemas.microsoft.com/office/drawing/2014/main" id="{4F9D7F29-CB1F-AE51-CD7D-BA98170FBD51}"/>
              </a:ext>
            </a:extLst>
          </p:cNvPr>
          <p:cNvSpPr txBox="1">
            <a:spLocks/>
          </p:cNvSpPr>
          <p:nvPr/>
        </p:nvSpPr>
        <p:spPr>
          <a:xfrm>
            <a:off x="426720" y="297655"/>
            <a:ext cx="5220706" cy="60245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noProof="0" dirty="0"/>
              <a:t>Architecture du projet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365760" y="1280160"/>
            <a:ext cx="1146048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2D6A4F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sz="2400" noProof="0" dirty="0"/>
          </a:p>
        </p:txBody>
      </p:sp>
      <p:sp>
        <p:nvSpPr>
          <p:cNvPr id="5" name="Text 3"/>
          <p:cNvSpPr/>
          <p:nvPr/>
        </p:nvSpPr>
        <p:spPr>
          <a:xfrm>
            <a:off x="609600" y="1402080"/>
            <a:ext cx="10972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2133" b="1" noProof="0" dirty="0">
                <a:solidFill>
                  <a:srgbClr val="409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🔗  github.com/Fabio-</a:t>
            </a:r>
            <a:r>
              <a:rPr lang="fr-FR" sz="2133" b="1" noProof="0" dirty="0" err="1">
                <a:solidFill>
                  <a:srgbClr val="409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gio</a:t>
            </a:r>
            <a:r>
              <a:rPr lang="fr-FR" sz="2133" b="1" noProof="0" dirty="0">
                <a:solidFill>
                  <a:srgbClr val="409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r>
              <a:rPr lang="fr-FR" sz="2133" b="1" noProof="0" dirty="0" err="1">
                <a:solidFill>
                  <a:srgbClr val="409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GIN_projet</a:t>
            </a:r>
            <a:endParaRPr lang="fr-FR" sz="2133" noProof="0" dirty="0"/>
          </a:p>
        </p:txBody>
      </p:sp>
      <p:sp>
        <p:nvSpPr>
          <p:cNvPr id="6" name="Shape 4"/>
          <p:cNvSpPr/>
          <p:nvPr/>
        </p:nvSpPr>
        <p:spPr>
          <a:xfrm>
            <a:off x="365760" y="2438400"/>
            <a:ext cx="11460480" cy="7071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fr-FR" sz="2400" noProof="0" dirty="0"/>
          </a:p>
        </p:txBody>
      </p:sp>
      <p:sp>
        <p:nvSpPr>
          <p:cNvPr id="7" name="Shape 5"/>
          <p:cNvSpPr/>
          <p:nvPr/>
        </p:nvSpPr>
        <p:spPr>
          <a:xfrm>
            <a:off x="365760" y="2438400"/>
            <a:ext cx="609600" cy="707136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fr-FR" sz="2400" noProof="0" dirty="0"/>
          </a:p>
        </p:txBody>
      </p:sp>
      <p:sp>
        <p:nvSpPr>
          <p:cNvPr id="8" name="Text 6"/>
          <p:cNvSpPr/>
          <p:nvPr/>
        </p:nvSpPr>
        <p:spPr>
          <a:xfrm>
            <a:off x="365760" y="2438400"/>
            <a:ext cx="609600" cy="707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fr-FR" sz="1867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fr-FR" sz="1867" noProof="0" dirty="0"/>
          </a:p>
        </p:txBody>
      </p:sp>
      <p:sp>
        <p:nvSpPr>
          <p:cNvPr id="9" name="Text 7"/>
          <p:cNvSpPr/>
          <p:nvPr/>
        </p:nvSpPr>
        <p:spPr>
          <a:xfrm>
            <a:off x="1097280" y="2487168"/>
            <a:ext cx="42672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533" b="1" noProof="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Récupération &amp; tri des données</a:t>
            </a:r>
            <a:endParaRPr lang="fr-FR" sz="1533" noProof="0" dirty="0"/>
          </a:p>
        </p:txBody>
      </p:sp>
      <p:sp>
        <p:nvSpPr>
          <p:cNvPr id="10" name="Text 8"/>
          <p:cNvSpPr/>
          <p:nvPr/>
        </p:nvSpPr>
        <p:spPr>
          <a:xfrm>
            <a:off x="1097280" y="2804160"/>
            <a:ext cx="1048512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267" i="1" noProof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 OSM importées via osm2pgrouting</a:t>
            </a:r>
            <a:endParaRPr lang="fr-FR" sz="1267" noProof="0" dirty="0"/>
          </a:p>
        </p:txBody>
      </p:sp>
      <p:sp>
        <p:nvSpPr>
          <p:cNvPr id="11" name="Shape 9"/>
          <p:cNvSpPr/>
          <p:nvPr/>
        </p:nvSpPr>
        <p:spPr>
          <a:xfrm>
            <a:off x="365760" y="3267456"/>
            <a:ext cx="11460480" cy="7071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fr-FR" sz="2400" noProof="0" dirty="0"/>
          </a:p>
        </p:txBody>
      </p:sp>
      <p:sp>
        <p:nvSpPr>
          <p:cNvPr id="12" name="Shape 10"/>
          <p:cNvSpPr/>
          <p:nvPr/>
        </p:nvSpPr>
        <p:spPr>
          <a:xfrm>
            <a:off x="365760" y="3267456"/>
            <a:ext cx="609600" cy="707136"/>
          </a:xfrm>
          <a:prstGeom prst="rect">
            <a:avLst/>
          </a:prstGeom>
          <a:solidFill>
            <a:srgbClr val="457B9D"/>
          </a:solidFill>
          <a:ln/>
        </p:spPr>
        <p:txBody>
          <a:bodyPr/>
          <a:lstStyle/>
          <a:p>
            <a:endParaRPr lang="fr-FR" sz="2400" noProof="0" dirty="0"/>
          </a:p>
        </p:txBody>
      </p:sp>
      <p:sp>
        <p:nvSpPr>
          <p:cNvPr id="13" name="Text 11"/>
          <p:cNvSpPr/>
          <p:nvPr/>
        </p:nvSpPr>
        <p:spPr>
          <a:xfrm>
            <a:off x="365760" y="3267456"/>
            <a:ext cx="609600" cy="707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fr-FR" sz="1867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fr-FR" sz="1867" noProof="0" dirty="0"/>
          </a:p>
        </p:txBody>
      </p:sp>
      <p:sp>
        <p:nvSpPr>
          <p:cNvPr id="14" name="Text 12"/>
          <p:cNvSpPr/>
          <p:nvPr/>
        </p:nvSpPr>
        <p:spPr>
          <a:xfrm>
            <a:off x="1097280" y="3316224"/>
            <a:ext cx="42672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533" b="1" noProof="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&amp; interface visuelle</a:t>
            </a:r>
            <a:endParaRPr lang="fr-FR" sz="1533" noProof="0" dirty="0"/>
          </a:p>
        </p:txBody>
      </p:sp>
      <p:sp>
        <p:nvSpPr>
          <p:cNvPr id="15" name="Text 13"/>
          <p:cNvSpPr/>
          <p:nvPr/>
        </p:nvSpPr>
        <p:spPr>
          <a:xfrm>
            <a:off x="1097280" y="3633216"/>
            <a:ext cx="1048512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267" i="1" noProof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Leaflet.js + </a:t>
            </a:r>
            <a:r>
              <a:rPr lang="fr-FR" sz="1267" i="1" noProof="0" dirty="0" err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Swisstopo</a:t>
            </a:r>
            <a:r>
              <a:rPr lang="fr-FR" sz="1267" i="1" noProof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WMTS</a:t>
            </a:r>
            <a:endParaRPr lang="fr-FR" sz="1267" noProof="0" dirty="0"/>
          </a:p>
        </p:txBody>
      </p:sp>
      <p:sp>
        <p:nvSpPr>
          <p:cNvPr id="16" name="Shape 14"/>
          <p:cNvSpPr/>
          <p:nvPr/>
        </p:nvSpPr>
        <p:spPr>
          <a:xfrm>
            <a:off x="365760" y="4096512"/>
            <a:ext cx="11460480" cy="7071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fr-FR" sz="2400" noProof="0" dirty="0"/>
          </a:p>
        </p:txBody>
      </p:sp>
      <p:sp>
        <p:nvSpPr>
          <p:cNvPr id="17" name="Shape 15"/>
          <p:cNvSpPr/>
          <p:nvPr/>
        </p:nvSpPr>
        <p:spPr>
          <a:xfrm>
            <a:off x="365760" y="4096512"/>
            <a:ext cx="609600" cy="707136"/>
          </a:xfrm>
          <a:prstGeom prst="rect">
            <a:avLst/>
          </a:prstGeom>
          <a:solidFill>
            <a:srgbClr val="6B5344"/>
          </a:solidFill>
          <a:ln/>
        </p:spPr>
        <p:txBody>
          <a:bodyPr/>
          <a:lstStyle/>
          <a:p>
            <a:endParaRPr lang="fr-FR" sz="2400" noProof="0" dirty="0"/>
          </a:p>
        </p:txBody>
      </p:sp>
      <p:sp>
        <p:nvSpPr>
          <p:cNvPr id="18" name="Text 16"/>
          <p:cNvSpPr/>
          <p:nvPr/>
        </p:nvSpPr>
        <p:spPr>
          <a:xfrm>
            <a:off x="365760" y="4096512"/>
            <a:ext cx="609600" cy="707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fr-FR" sz="1867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fr-FR" sz="1867" noProof="0" dirty="0"/>
          </a:p>
        </p:txBody>
      </p:sp>
      <p:sp>
        <p:nvSpPr>
          <p:cNvPr id="19" name="Text 17"/>
          <p:cNvSpPr/>
          <p:nvPr/>
        </p:nvSpPr>
        <p:spPr>
          <a:xfrm>
            <a:off x="1097280" y="4145280"/>
            <a:ext cx="42672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533" b="1" noProof="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Boutons &amp; commandes JS</a:t>
            </a:r>
            <a:endParaRPr lang="fr-FR" sz="1533" noProof="0" dirty="0"/>
          </a:p>
        </p:txBody>
      </p:sp>
      <p:sp>
        <p:nvSpPr>
          <p:cNvPr id="20" name="Text 18"/>
          <p:cNvSpPr/>
          <p:nvPr/>
        </p:nvSpPr>
        <p:spPr>
          <a:xfrm>
            <a:off x="1097280" y="4462272"/>
            <a:ext cx="1048512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267" i="1" noProof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fichiers JS modulaires</a:t>
            </a:r>
            <a:endParaRPr lang="fr-FR" sz="1267" noProof="0" dirty="0"/>
          </a:p>
        </p:txBody>
      </p:sp>
      <p:sp>
        <p:nvSpPr>
          <p:cNvPr id="21" name="Shape 19"/>
          <p:cNvSpPr/>
          <p:nvPr/>
        </p:nvSpPr>
        <p:spPr>
          <a:xfrm>
            <a:off x="365760" y="4925568"/>
            <a:ext cx="11460480" cy="7071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fr-FR" sz="2400" noProof="0" dirty="0"/>
          </a:p>
        </p:txBody>
      </p:sp>
      <p:sp>
        <p:nvSpPr>
          <p:cNvPr id="22" name="Shape 20"/>
          <p:cNvSpPr/>
          <p:nvPr/>
        </p:nvSpPr>
        <p:spPr>
          <a:xfrm>
            <a:off x="365760" y="4925568"/>
            <a:ext cx="609600" cy="707136"/>
          </a:xfrm>
          <a:prstGeom prst="rect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fr-FR" sz="2400" noProof="0" dirty="0"/>
          </a:p>
        </p:txBody>
      </p:sp>
      <p:sp>
        <p:nvSpPr>
          <p:cNvPr id="23" name="Text 21"/>
          <p:cNvSpPr/>
          <p:nvPr/>
        </p:nvSpPr>
        <p:spPr>
          <a:xfrm>
            <a:off x="365760" y="4925568"/>
            <a:ext cx="609600" cy="707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fr-FR" sz="1867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fr-FR" sz="1867" noProof="0" dirty="0"/>
          </a:p>
        </p:txBody>
      </p:sp>
      <p:sp>
        <p:nvSpPr>
          <p:cNvPr id="24" name="Text 22"/>
          <p:cNvSpPr/>
          <p:nvPr/>
        </p:nvSpPr>
        <p:spPr>
          <a:xfrm>
            <a:off x="1097280" y="4974336"/>
            <a:ext cx="42672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533" b="1" noProof="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Stockage Docker Desktop</a:t>
            </a:r>
            <a:endParaRPr lang="fr-FR" sz="1533" noProof="0" dirty="0"/>
          </a:p>
        </p:txBody>
      </p:sp>
      <p:sp>
        <p:nvSpPr>
          <p:cNvPr id="25" name="Text 23"/>
          <p:cNvSpPr/>
          <p:nvPr/>
        </p:nvSpPr>
        <p:spPr>
          <a:xfrm>
            <a:off x="1097280" y="5291328"/>
            <a:ext cx="1048512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267" i="1" noProof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15 + </a:t>
            </a:r>
            <a:r>
              <a:rPr lang="fr-FR" sz="1267" i="1" noProof="0" dirty="0" err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PostGIS</a:t>
            </a:r>
            <a:r>
              <a:rPr lang="fr-FR" sz="1267" i="1" noProof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r>
              <a:rPr lang="fr-FR" sz="1267" i="1" noProof="0" dirty="0" err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pgRouting</a:t>
            </a:r>
            <a:r>
              <a:rPr lang="fr-FR" sz="1267" i="1" noProof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dans conteneur </a:t>
            </a:r>
            <a:r>
              <a:rPr lang="fr-FR" sz="1267" i="1" noProof="0" dirty="0" err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gin_pgrouting</a:t>
            </a:r>
            <a:endParaRPr lang="fr-FR" sz="1267" noProof="0" dirty="0"/>
          </a:p>
        </p:txBody>
      </p:sp>
      <p:sp>
        <p:nvSpPr>
          <p:cNvPr id="26" name="Shape 24"/>
          <p:cNvSpPr/>
          <p:nvPr/>
        </p:nvSpPr>
        <p:spPr>
          <a:xfrm>
            <a:off x="365760" y="5754624"/>
            <a:ext cx="11460480" cy="7071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fr-FR" sz="2400" noProof="0" dirty="0"/>
          </a:p>
        </p:txBody>
      </p:sp>
      <p:sp>
        <p:nvSpPr>
          <p:cNvPr id="27" name="Shape 25"/>
          <p:cNvSpPr/>
          <p:nvPr/>
        </p:nvSpPr>
        <p:spPr>
          <a:xfrm>
            <a:off x="365760" y="5754624"/>
            <a:ext cx="609600" cy="707136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fr-FR" sz="2400" noProof="0" dirty="0"/>
          </a:p>
        </p:txBody>
      </p:sp>
      <p:sp>
        <p:nvSpPr>
          <p:cNvPr id="28" name="Text 26"/>
          <p:cNvSpPr/>
          <p:nvPr/>
        </p:nvSpPr>
        <p:spPr>
          <a:xfrm>
            <a:off x="365760" y="5754624"/>
            <a:ext cx="609600" cy="707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fr-FR" sz="1867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fr-FR" sz="1867" noProof="0" dirty="0"/>
          </a:p>
        </p:txBody>
      </p:sp>
      <p:sp>
        <p:nvSpPr>
          <p:cNvPr id="29" name="Text 27"/>
          <p:cNvSpPr/>
          <p:nvPr/>
        </p:nvSpPr>
        <p:spPr>
          <a:xfrm>
            <a:off x="1097280" y="5803392"/>
            <a:ext cx="42672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533" b="1" noProof="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Imports </a:t>
            </a:r>
            <a:r>
              <a:rPr lang="fr-FR" sz="1533" b="1" noProof="0" dirty="0" err="1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pgRouting</a:t>
            </a:r>
            <a:r>
              <a:rPr lang="fr-FR" sz="1533" b="1" noProof="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&amp; tests</a:t>
            </a:r>
            <a:endParaRPr lang="fr-FR" sz="1533" noProof="0" dirty="0"/>
          </a:p>
        </p:txBody>
      </p:sp>
      <p:sp>
        <p:nvSpPr>
          <p:cNvPr id="30" name="Text 28"/>
          <p:cNvSpPr/>
          <p:nvPr/>
        </p:nvSpPr>
        <p:spPr>
          <a:xfrm>
            <a:off x="1097280" y="6120384"/>
            <a:ext cx="1048512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267" i="1" noProof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Dijkstra sur graphe OSM réel </a:t>
            </a:r>
            <a:endParaRPr lang="fr-FR" sz="1267" noProof="0" dirty="0"/>
          </a:p>
        </p:txBody>
      </p:sp>
      <p:sp>
        <p:nvSpPr>
          <p:cNvPr id="31" name="Titre 1">
            <a:extLst>
              <a:ext uri="{FF2B5EF4-FFF2-40B4-BE49-F238E27FC236}">
                <a16:creationId xmlns:a16="http://schemas.microsoft.com/office/drawing/2014/main" id="{252622C4-27D1-CC6B-C9C6-EAF9638BFC8E}"/>
              </a:ext>
            </a:extLst>
          </p:cNvPr>
          <p:cNvSpPr txBox="1">
            <a:spLocks/>
          </p:cNvSpPr>
          <p:nvPr/>
        </p:nvSpPr>
        <p:spPr>
          <a:xfrm>
            <a:off x="365760" y="32283"/>
            <a:ext cx="4978399" cy="9839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noProof="0" dirty="0"/>
              <a:t>Structure du code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6F9A33B-C830-C897-BED8-2CCC0FFA3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708" y="390689"/>
            <a:ext cx="4978399" cy="98394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Site WEB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341A179-E880-4557-97E7-872DA8C44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4707" y="3422078"/>
            <a:ext cx="4978399" cy="458941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fr-FR" sz="24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Liens :</a:t>
            </a:r>
            <a:r>
              <a:rPr lang="fr-FR" sz="2400" noProof="0" dirty="0"/>
              <a:t> </a:t>
            </a:r>
            <a:r>
              <a:rPr lang="fr-FR" sz="2400" noProof="0" dirty="0">
                <a:hlinkClick r:id="rId2"/>
              </a:rPr>
              <a:t>http://localhost:8080</a:t>
            </a:r>
            <a:r>
              <a:rPr lang="fr-FR" sz="2400" noProof="0" dirty="0"/>
              <a:t> </a:t>
            </a:r>
            <a:r>
              <a:rPr lang="fr-FR" sz="24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</a:p>
        </p:txBody>
      </p:sp>
      <p:pic>
        <p:nvPicPr>
          <p:cNvPr id="9" name="Graphic 8" descr="Lien">
            <a:extLst>
              <a:ext uri="{FF2B5EF4-FFF2-40B4-BE49-F238E27FC236}">
                <a16:creationId xmlns:a16="http://schemas.microsoft.com/office/drawing/2014/main" id="{4FB45367-1B35-4F11-B3DB-C82B793FE1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7815" y="716407"/>
            <a:ext cx="5411343" cy="541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3461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0960" y="1072896"/>
            <a:ext cx="1121664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36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rencontrées</a:t>
            </a:r>
            <a:endParaRPr lang="fr-FR" sz="3600" noProof="0" dirty="0"/>
          </a:p>
        </p:txBody>
      </p:sp>
      <p:sp>
        <p:nvSpPr>
          <p:cNvPr id="4" name="Shape 2"/>
          <p:cNvSpPr/>
          <p:nvPr/>
        </p:nvSpPr>
        <p:spPr>
          <a:xfrm>
            <a:off x="243840" y="1280160"/>
            <a:ext cx="5547360" cy="518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sz="2400" noProof="0" dirty="0"/>
          </a:p>
        </p:txBody>
      </p:sp>
      <p:sp>
        <p:nvSpPr>
          <p:cNvPr id="5" name="Shape 3"/>
          <p:cNvSpPr/>
          <p:nvPr/>
        </p:nvSpPr>
        <p:spPr>
          <a:xfrm>
            <a:off x="243840" y="1280160"/>
            <a:ext cx="5547360" cy="60960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fr-FR" sz="2400" noProof="0" dirty="0"/>
          </a:p>
        </p:txBody>
      </p:sp>
      <p:sp>
        <p:nvSpPr>
          <p:cNvPr id="6" name="Text 4"/>
          <p:cNvSpPr/>
          <p:nvPr/>
        </p:nvSpPr>
        <p:spPr>
          <a:xfrm>
            <a:off x="365760" y="1341120"/>
            <a:ext cx="53035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867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Difficultés</a:t>
            </a:r>
            <a:endParaRPr lang="fr-FR" sz="1867" noProof="0" dirty="0"/>
          </a:p>
        </p:txBody>
      </p:sp>
      <p:sp>
        <p:nvSpPr>
          <p:cNvPr id="7" name="Shape 5"/>
          <p:cNvSpPr/>
          <p:nvPr/>
        </p:nvSpPr>
        <p:spPr>
          <a:xfrm>
            <a:off x="365760" y="2072640"/>
            <a:ext cx="5242560" cy="1280160"/>
          </a:xfrm>
          <a:prstGeom prst="rect">
            <a:avLst/>
          </a:prstGeom>
          <a:solidFill>
            <a:srgbClr val="FFF5F5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fr-FR" sz="2400" noProof="0" dirty="0"/>
          </a:p>
        </p:txBody>
      </p:sp>
      <p:sp>
        <p:nvSpPr>
          <p:cNvPr id="8" name="Text 6"/>
          <p:cNvSpPr/>
          <p:nvPr/>
        </p:nvSpPr>
        <p:spPr>
          <a:xfrm>
            <a:off x="548640" y="2170176"/>
            <a:ext cx="4876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600" b="1" noProof="0" dirty="0" err="1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pgRouting</a:t>
            </a:r>
            <a:endParaRPr lang="fr-FR" sz="1600" noProof="0" dirty="0"/>
          </a:p>
        </p:txBody>
      </p:sp>
      <p:sp>
        <p:nvSpPr>
          <p:cNvPr id="9" name="Text 7"/>
          <p:cNvSpPr/>
          <p:nvPr/>
        </p:nvSpPr>
        <p:spPr>
          <a:xfrm>
            <a:off x="548640" y="2596896"/>
            <a:ext cx="487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400" noProof="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Docker, import OSM, requêtes Dijkstra</a:t>
            </a:r>
            <a:endParaRPr lang="fr-FR" sz="1400" noProof="0" dirty="0"/>
          </a:p>
        </p:txBody>
      </p:sp>
      <p:sp>
        <p:nvSpPr>
          <p:cNvPr id="10" name="Shape 8"/>
          <p:cNvSpPr/>
          <p:nvPr/>
        </p:nvSpPr>
        <p:spPr>
          <a:xfrm>
            <a:off x="365760" y="3474720"/>
            <a:ext cx="5242560" cy="1280160"/>
          </a:xfrm>
          <a:prstGeom prst="rect">
            <a:avLst/>
          </a:prstGeom>
          <a:solidFill>
            <a:srgbClr val="FFF5F5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fr-FR" sz="2400" noProof="0" dirty="0"/>
          </a:p>
        </p:txBody>
      </p:sp>
      <p:sp>
        <p:nvSpPr>
          <p:cNvPr id="11" name="Text 9"/>
          <p:cNvSpPr/>
          <p:nvPr/>
        </p:nvSpPr>
        <p:spPr>
          <a:xfrm>
            <a:off x="548640" y="3572256"/>
            <a:ext cx="4876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600" b="1" noProof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Formules sportives</a:t>
            </a:r>
            <a:endParaRPr lang="fr-FR" sz="1600" noProof="0" dirty="0"/>
          </a:p>
        </p:txBody>
      </p:sp>
      <p:sp>
        <p:nvSpPr>
          <p:cNvPr id="12" name="Text 10"/>
          <p:cNvSpPr/>
          <p:nvPr/>
        </p:nvSpPr>
        <p:spPr>
          <a:xfrm>
            <a:off x="548640" y="3998976"/>
            <a:ext cx="487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400" noProof="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Calibrage FTP/VAP/Naismith - ajustements itératifs</a:t>
            </a:r>
            <a:endParaRPr lang="fr-FR" sz="1400" noProof="0" dirty="0"/>
          </a:p>
        </p:txBody>
      </p:sp>
      <p:sp>
        <p:nvSpPr>
          <p:cNvPr id="13" name="Shape 11"/>
          <p:cNvSpPr/>
          <p:nvPr/>
        </p:nvSpPr>
        <p:spPr>
          <a:xfrm>
            <a:off x="365760" y="4876800"/>
            <a:ext cx="5242560" cy="1280160"/>
          </a:xfrm>
          <a:prstGeom prst="rect">
            <a:avLst/>
          </a:prstGeom>
          <a:solidFill>
            <a:srgbClr val="FFF5F5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fr-FR" sz="2400" noProof="0" dirty="0"/>
          </a:p>
        </p:txBody>
      </p:sp>
      <p:sp>
        <p:nvSpPr>
          <p:cNvPr id="14" name="Text 12"/>
          <p:cNvSpPr/>
          <p:nvPr/>
        </p:nvSpPr>
        <p:spPr>
          <a:xfrm>
            <a:off x="548640" y="4974336"/>
            <a:ext cx="4876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600" b="1" noProof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Manque de temps</a:t>
            </a:r>
            <a:endParaRPr lang="fr-FR" sz="1600" noProof="0" dirty="0"/>
          </a:p>
        </p:txBody>
      </p:sp>
      <p:sp>
        <p:nvSpPr>
          <p:cNvPr id="15" name="Text 13"/>
          <p:cNvSpPr/>
          <p:nvPr/>
        </p:nvSpPr>
        <p:spPr>
          <a:xfrm>
            <a:off x="548640" y="5401056"/>
            <a:ext cx="487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400" noProof="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Nombreuses fonctionnalités à implémenter en 5 semaines</a:t>
            </a:r>
            <a:endParaRPr lang="fr-FR" sz="1400" noProof="0" dirty="0"/>
          </a:p>
        </p:txBody>
      </p:sp>
      <p:sp>
        <p:nvSpPr>
          <p:cNvPr id="16" name="Shape 14"/>
          <p:cNvSpPr/>
          <p:nvPr/>
        </p:nvSpPr>
        <p:spPr>
          <a:xfrm>
            <a:off x="6217920" y="1280160"/>
            <a:ext cx="5730240" cy="518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2D6A4F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sz="2400" noProof="0" dirty="0"/>
          </a:p>
        </p:txBody>
      </p:sp>
      <p:sp>
        <p:nvSpPr>
          <p:cNvPr id="17" name="Shape 15"/>
          <p:cNvSpPr/>
          <p:nvPr/>
        </p:nvSpPr>
        <p:spPr>
          <a:xfrm>
            <a:off x="6217920" y="1280160"/>
            <a:ext cx="5730240" cy="60960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fr-FR" sz="2400" noProof="0" dirty="0"/>
          </a:p>
        </p:txBody>
      </p:sp>
      <p:sp>
        <p:nvSpPr>
          <p:cNvPr id="18" name="Text 16"/>
          <p:cNvSpPr/>
          <p:nvPr/>
        </p:nvSpPr>
        <p:spPr>
          <a:xfrm>
            <a:off x="6339840" y="1341120"/>
            <a:ext cx="54864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867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Facilités</a:t>
            </a:r>
            <a:endParaRPr lang="fr-FR" sz="1867" noProof="0" dirty="0"/>
          </a:p>
        </p:txBody>
      </p:sp>
      <p:sp>
        <p:nvSpPr>
          <p:cNvPr id="19" name="Shape 17"/>
          <p:cNvSpPr/>
          <p:nvPr/>
        </p:nvSpPr>
        <p:spPr>
          <a:xfrm>
            <a:off x="6339840" y="2072640"/>
            <a:ext cx="5425440" cy="1280160"/>
          </a:xfrm>
          <a:prstGeom prst="rect">
            <a:avLst/>
          </a:prstGeom>
          <a:solidFill>
            <a:srgbClr val="F0FAF2"/>
          </a:solidFill>
          <a:ln w="12700">
            <a:solidFill>
              <a:srgbClr val="B7E4C7"/>
            </a:solidFill>
            <a:prstDash val="solid"/>
          </a:ln>
        </p:spPr>
        <p:txBody>
          <a:bodyPr/>
          <a:lstStyle/>
          <a:p>
            <a:endParaRPr lang="fr-FR" sz="2400" noProof="0" dirty="0"/>
          </a:p>
        </p:txBody>
      </p:sp>
      <p:sp>
        <p:nvSpPr>
          <p:cNvPr id="20" name="Text 18"/>
          <p:cNvSpPr/>
          <p:nvPr/>
        </p:nvSpPr>
        <p:spPr>
          <a:xfrm>
            <a:off x="6522720" y="2170176"/>
            <a:ext cx="49987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600" b="1" noProof="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(HTML/CSS)</a:t>
            </a:r>
            <a:endParaRPr lang="fr-FR" sz="1600" noProof="0" dirty="0"/>
          </a:p>
        </p:txBody>
      </p:sp>
      <p:sp>
        <p:nvSpPr>
          <p:cNvPr id="21" name="Text 19"/>
          <p:cNvSpPr/>
          <p:nvPr/>
        </p:nvSpPr>
        <p:spPr>
          <a:xfrm>
            <a:off x="6522720" y="2596896"/>
            <a:ext cx="499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400" noProof="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Leaflet.js bien documenté, API </a:t>
            </a:r>
            <a:r>
              <a:rPr lang="fr-FR" sz="1400" noProof="0" dirty="0" err="1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Swisstopo</a:t>
            </a:r>
            <a:r>
              <a:rPr lang="fr-FR" sz="1400" noProof="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simple et gratuite</a:t>
            </a:r>
            <a:endParaRPr lang="fr-FR" sz="1400" noProof="0" dirty="0"/>
          </a:p>
        </p:txBody>
      </p:sp>
      <p:sp>
        <p:nvSpPr>
          <p:cNvPr id="22" name="Shape 20"/>
          <p:cNvSpPr/>
          <p:nvPr/>
        </p:nvSpPr>
        <p:spPr>
          <a:xfrm>
            <a:off x="6339840" y="3474720"/>
            <a:ext cx="5425440" cy="1280160"/>
          </a:xfrm>
          <a:prstGeom prst="rect">
            <a:avLst/>
          </a:prstGeom>
          <a:solidFill>
            <a:srgbClr val="F0FAF2"/>
          </a:solidFill>
          <a:ln w="12700">
            <a:solidFill>
              <a:srgbClr val="B7E4C7"/>
            </a:solidFill>
            <a:prstDash val="solid"/>
          </a:ln>
        </p:spPr>
        <p:txBody>
          <a:bodyPr/>
          <a:lstStyle/>
          <a:p>
            <a:endParaRPr lang="fr-FR" sz="2400" noProof="0" dirty="0"/>
          </a:p>
        </p:txBody>
      </p:sp>
      <p:sp>
        <p:nvSpPr>
          <p:cNvPr id="23" name="Text 21"/>
          <p:cNvSpPr/>
          <p:nvPr/>
        </p:nvSpPr>
        <p:spPr>
          <a:xfrm>
            <a:off x="6522720" y="3572256"/>
            <a:ext cx="49987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600" b="1" noProof="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(Go)</a:t>
            </a:r>
            <a:endParaRPr lang="fr-FR" sz="1600" noProof="0" dirty="0"/>
          </a:p>
        </p:txBody>
      </p:sp>
      <p:sp>
        <p:nvSpPr>
          <p:cNvPr id="24" name="Text 22"/>
          <p:cNvSpPr/>
          <p:nvPr/>
        </p:nvSpPr>
        <p:spPr>
          <a:xfrm>
            <a:off x="6522720" y="3998976"/>
            <a:ext cx="499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400" noProof="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Gin </a:t>
            </a:r>
            <a:r>
              <a:rPr lang="fr-FR" sz="1400" noProof="0" dirty="0" err="1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</a:t>
            </a:r>
            <a:r>
              <a:rPr lang="fr-FR" sz="1400" noProof="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intuitif, performances excellentes</a:t>
            </a:r>
            <a:endParaRPr lang="fr-FR" sz="1400" noProof="0" dirty="0"/>
          </a:p>
        </p:txBody>
      </p:sp>
      <p:sp>
        <p:nvSpPr>
          <p:cNvPr id="25" name="Titre 1">
            <a:extLst>
              <a:ext uri="{FF2B5EF4-FFF2-40B4-BE49-F238E27FC236}">
                <a16:creationId xmlns:a16="http://schemas.microsoft.com/office/drawing/2014/main" id="{A73A5F10-6849-F2B9-7613-64E2A7A44569}"/>
              </a:ext>
            </a:extLst>
          </p:cNvPr>
          <p:cNvSpPr txBox="1">
            <a:spLocks/>
          </p:cNvSpPr>
          <p:nvPr/>
        </p:nvSpPr>
        <p:spPr>
          <a:xfrm>
            <a:off x="365760" y="32283"/>
            <a:ext cx="4978399" cy="9839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noProof="0" dirty="0"/>
              <a:t>Difficultés - Facilités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87680" y="97536"/>
            <a:ext cx="1121664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36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— Test de parcours</a:t>
            </a:r>
            <a:endParaRPr lang="fr-FR" sz="3600" noProof="0" dirty="0"/>
          </a:p>
        </p:txBody>
      </p:sp>
      <p:sp>
        <p:nvSpPr>
          <p:cNvPr id="4" name="Shape 2"/>
          <p:cNvSpPr/>
          <p:nvPr/>
        </p:nvSpPr>
        <p:spPr>
          <a:xfrm>
            <a:off x="243840" y="1280160"/>
            <a:ext cx="5547360" cy="518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2D6A4F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sz="2400" noProof="0" dirty="0"/>
          </a:p>
        </p:txBody>
      </p:sp>
      <p:sp>
        <p:nvSpPr>
          <p:cNvPr id="5" name="Shape 3"/>
          <p:cNvSpPr/>
          <p:nvPr/>
        </p:nvSpPr>
        <p:spPr>
          <a:xfrm>
            <a:off x="243840" y="1280160"/>
            <a:ext cx="5547360" cy="60960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fr-FR" sz="2400" noProof="0" dirty="0"/>
          </a:p>
        </p:txBody>
      </p:sp>
      <p:sp>
        <p:nvSpPr>
          <p:cNvPr id="6" name="Text 4"/>
          <p:cNvSpPr/>
          <p:nvPr/>
        </p:nvSpPr>
        <p:spPr>
          <a:xfrm>
            <a:off x="365760" y="1341120"/>
            <a:ext cx="53035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867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vélo</a:t>
            </a:r>
            <a:endParaRPr lang="fr-FR" sz="1867" noProof="0" dirty="0"/>
          </a:p>
        </p:txBody>
      </p:sp>
      <p:sp>
        <p:nvSpPr>
          <p:cNvPr id="7" name="Text 5"/>
          <p:cNvSpPr/>
          <p:nvPr/>
        </p:nvSpPr>
        <p:spPr>
          <a:xfrm>
            <a:off x="426720" y="2072640"/>
            <a:ext cx="5120640" cy="3048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fr-FR" sz="1600" b="1" noProof="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FTP : 2.8 W/kg
</a:t>
            </a:r>
            <a:r>
              <a:rPr lang="fr-FR" sz="1600" noProof="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Durée réelle : 3h53
Distance : 101 km
Dénivelé : 800m D+
</a:t>
            </a:r>
            <a:r>
              <a:rPr lang="fr-FR" sz="1600" b="1" noProof="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Estimation app : 3h51</a:t>
            </a:r>
          </a:p>
          <a:p>
            <a:endParaRPr lang="fr-FR" sz="1600" b="1" noProof="0" dirty="0">
              <a:solidFill>
                <a:srgbClr val="2D6A4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r>
              <a:rPr lang="fr-FR" sz="1600" noProof="0" dirty="0">
                <a:latin typeface="Arial" pitchFamily="34" charset="0"/>
                <a:ea typeface="Arial" pitchFamily="34" charset="-122"/>
                <a:cs typeface="Arial" pitchFamily="34" charset="-120"/>
              </a:rPr>
              <a:t>Estimation Google </a:t>
            </a:r>
            <a:r>
              <a:rPr lang="fr-FR" sz="1600" noProof="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Maps</a:t>
            </a:r>
            <a:r>
              <a:rPr lang="fr-FR" sz="1600" noProof="0" dirty="0">
                <a:latin typeface="Arial" pitchFamily="34" charset="0"/>
                <a:ea typeface="Arial" pitchFamily="34" charset="-122"/>
                <a:cs typeface="Arial" pitchFamily="34" charset="-120"/>
              </a:rPr>
              <a:t> : 5h20  </a:t>
            </a:r>
            <a:endParaRPr lang="fr-FR" sz="1600" noProof="0" dirty="0"/>
          </a:p>
        </p:txBody>
      </p:sp>
      <p:sp>
        <p:nvSpPr>
          <p:cNvPr id="8" name="Shape 6"/>
          <p:cNvSpPr/>
          <p:nvPr/>
        </p:nvSpPr>
        <p:spPr>
          <a:xfrm>
            <a:off x="426720" y="5059680"/>
            <a:ext cx="5120640" cy="1097280"/>
          </a:xfrm>
          <a:prstGeom prst="rect">
            <a:avLst/>
          </a:prstGeom>
          <a:solidFill>
            <a:srgbClr val="D8F3DC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fr-FR" sz="2400" noProof="0" dirty="0"/>
          </a:p>
        </p:txBody>
      </p:sp>
      <p:sp>
        <p:nvSpPr>
          <p:cNvPr id="9" name="Text 7"/>
          <p:cNvSpPr/>
          <p:nvPr/>
        </p:nvSpPr>
        <p:spPr>
          <a:xfrm>
            <a:off x="548640" y="5145024"/>
            <a:ext cx="487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333" i="1" noProof="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Algorithme calibré avec facteur sinuosité 2.6</a:t>
            </a:r>
            <a:endParaRPr lang="fr-FR" sz="1333" noProof="0" dirty="0"/>
          </a:p>
          <a:p>
            <a:r>
              <a:rPr lang="fr-FR" sz="1333" i="1" noProof="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vitesse = 8 + FTP × 6.5 km/h</a:t>
            </a:r>
            <a:endParaRPr lang="fr-FR" sz="1333" noProof="0" dirty="0"/>
          </a:p>
        </p:txBody>
      </p:sp>
      <p:sp>
        <p:nvSpPr>
          <p:cNvPr id="10" name="Shape 8"/>
          <p:cNvSpPr/>
          <p:nvPr/>
        </p:nvSpPr>
        <p:spPr>
          <a:xfrm>
            <a:off x="6217920" y="1280160"/>
            <a:ext cx="5730240" cy="518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sz="2400" noProof="0" dirty="0"/>
          </a:p>
        </p:txBody>
      </p:sp>
      <p:sp>
        <p:nvSpPr>
          <p:cNvPr id="11" name="Shape 9"/>
          <p:cNvSpPr/>
          <p:nvPr/>
        </p:nvSpPr>
        <p:spPr>
          <a:xfrm>
            <a:off x="6217920" y="1280160"/>
            <a:ext cx="5730240" cy="60960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fr-FR" sz="2400" noProof="0" dirty="0"/>
          </a:p>
        </p:txBody>
      </p:sp>
      <p:sp>
        <p:nvSpPr>
          <p:cNvPr id="12" name="Text 10"/>
          <p:cNvSpPr/>
          <p:nvPr/>
        </p:nvSpPr>
        <p:spPr>
          <a:xfrm>
            <a:off x="6339840" y="1341120"/>
            <a:ext cx="54864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867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course à pied</a:t>
            </a:r>
            <a:endParaRPr lang="fr-FR" sz="1867" noProof="0" dirty="0"/>
          </a:p>
        </p:txBody>
      </p:sp>
      <p:sp>
        <p:nvSpPr>
          <p:cNvPr id="13" name="Text 11"/>
          <p:cNvSpPr/>
          <p:nvPr/>
        </p:nvSpPr>
        <p:spPr>
          <a:xfrm>
            <a:off x="6400800" y="2072640"/>
            <a:ext cx="5242560" cy="3048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fr-FR" sz="1600" b="1" noProof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VAP : 5'07"/km
</a:t>
            </a:r>
            <a:r>
              <a:rPr lang="fr-FR" sz="1600" noProof="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Durée réelle : 52 min
Distance : 9.9 km
Dénivelé : 231m D+
</a:t>
            </a:r>
            <a:r>
              <a:rPr lang="fr-FR" sz="1600" b="1" noProof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Estimation app : ~53 min</a:t>
            </a:r>
            <a:endParaRPr lang="fr-FR" sz="1600" noProof="0" dirty="0"/>
          </a:p>
        </p:txBody>
      </p:sp>
      <p:sp>
        <p:nvSpPr>
          <p:cNvPr id="14" name="Shape 12"/>
          <p:cNvSpPr/>
          <p:nvPr/>
        </p:nvSpPr>
        <p:spPr>
          <a:xfrm>
            <a:off x="6400800" y="5059680"/>
            <a:ext cx="5242560" cy="1097280"/>
          </a:xfrm>
          <a:prstGeom prst="rect">
            <a:avLst/>
          </a:prstGeom>
          <a:solidFill>
            <a:srgbClr val="FFF5F5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fr-FR" sz="2400" noProof="0" dirty="0"/>
          </a:p>
        </p:txBody>
      </p:sp>
      <p:sp>
        <p:nvSpPr>
          <p:cNvPr id="15" name="Text 13"/>
          <p:cNvSpPr/>
          <p:nvPr/>
        </p:nvSpPr>
        <p:spPr>
          <a:xfrm>
            <a:off x="6522720" y="5145024"/>
            <a:ext cx="499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333" i="1" noProof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Facteur distance : 90% VAP sur 10km</a:t>
            </a:r>
            <a:endParaRPr lang="fr-FR" sz="1333" noProof="0" dirty="0"/>
          </a:p>
          <a:p>
            <a:r>
              <a:rPr lang="fr-FR" sz="1333" i="1" noProof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Pénalité D+ : +0.5 min/100m</a:t>
            </a:r>
            <a:endParaRPr lang="fr-FR" sz="1333" noProof="0" dirty="0"/>
          </a:p>
        </p:txBody>
      </p:sp>
      <p:sp>
        <p:nvSpPr>
          <p:cNvPr id="16" name="Titre 1">
            <a:extLst>
              <a:ext uri="{FF2B5EF4-FFF2-40B4-BE49-F238E27FC236}">
                <a16:creationId xmlns:a16="http://schemas.microsoft.com/office/drawing/2014/main" id="{C8642C93-688C-AFB8-573B-C0722061F068}"/>
              </a:ext>
            </a:extLst>
          </p:cNvPr>
          <p:cNvSpPr txBox="1">
            <a:spLocks/>
          </p:cNvSpPr>
          <p:nvPr/>
        </p:nvSpPr>
        <p:spPr>
          <a:xfrm>
            <a:off x="365760" y="32283"/>
            <a:ext cx="4978399" cy="9839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noProof="0" dirty="0"/>
              <a:t>Tests de parcours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87680" y="97536"/>
            <a:ext cx="1121664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36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— Conclusion</a:t>
            </a:r>
            <a:endParaRPr lang="fr-FR" sz="3600" noProof="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11460480" cy="1158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D6A4F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sz="2400" noProof="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85344" cy="115824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fr-FR" sz="2400" noProof="0" dirty="0"/>
          </a:p>
        </p:txBody>
      </p:sp>
      <p:sp>
        <p:nvSpPr>
          <p:cNvPr id="6" name="Text 4"/>
          <p:cNvSpPr/>
          <p:nvPr/>
        </p:nvSpPr>
        <p:spPr>
          <a:xfrm>
            <a:off x="609600" y="1353312"/>
            <a:ext cx="487680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733" b="1" noProof="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 intéressant</a:t>
            </a:r>
            <a:endParaRPr lang="fr-FR" sz="1733" noProof="0" dirty="0"/>
          </a:p>
        </p:txBody>
      </p:sp>
      <p:sp>
        <p:nvSpPr>
          <p:cNvPr id="7" name="Text 5"/>
          <p:cNvSpPr/>
          <p:nvPr/>
        </p:nvSpPr>
        <p:spPr>
          <a:xfrm>
            <a:off x="609600" y="1840992"/>
            <a:ext cx="1085088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467" noProof="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Première vraie application full-stack avec données géospatiales réelles OSM + </a:t>
            </a:r>
            <a:r>
              <a:rPr lang="fr-FR" sz="1467" noProof="0" dirty="0" err="1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Swisstopo</a:t>
            </a:r>
            <a:endParaRPr lang="fr-FR" sz="1467" noProof="0" dirty="0"/>
          </a:p>
        </p:txBody>
      </p:sp>
      <p:sp>
        <p:nvSpPr>
          <p:cNvPr id="8" name="Shape 6"/>
          <p:cNvSpPr/>
          <p:nvPr/>
        </p:nvSpPr>
        <p:spPr>
          <a:xfrm>
            <a:off x="365760" y="2621280"/>
            <a:ext cx="11460480" cy="1158240"/>
          </a:xfrm>
          <a:prstGeom prst="rect">
            <a:avLst/>
          </a:prstGeom>
          <a:solidFill>
            <a:srgbClr val="FFFFFF"/>
          </a:solidFill>
          <a:ln w="12700">
            <a:solidFill>
              <a:srgbClr val="457B9D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sz="2400" noProof="0" dirty="0"/>
          </a:p>
        </p:txBody>
      </p:sp>
      <p:sp>
        <p:nvSpPr>
          <p:cNvPr id="9" name="Shape 7"/>
          <p:cNvSpPr/>
          <p:nvPr/>
        </p:nvSpPr>
        <p:spPr>
          <a:xfrm>
            <a:off x="365760" y="2621280"/>
            <a:ext cx="85344" cy="1158240"/>
          </a:xfrm>
          <a:prstGeom prst="rect">
            <a:avLst/>
          </a:prstGeom>
          <a:solidFill>
            <a:srgbClr val="457B9D"/>
          </a:solidFill>
          <a:ln/>
        </p:spPr>
        <p:txBody>
          <a:bodyPr/>
          <a:lstStyle/>
          <a:p>
            <a:endParaRPr lang="fr-FR" sz="2400" noProof="0" dirty="0"/>
          </a:p>
        </p:txBody>
      </p:sp>
      <p:sp>
        <p:nvSpPr>
          <p:cNvPr id="10" name="Text 8"/>
          <p:cNvSpPr/>
          <p:nvPr/>
        </p:nvSpPr>
        <p:spPr>
          <a:xfrm>
            <a:off x="609600" y="2694432"/>
            <a:ext cx="487680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733" b="1" noProof="0" dirty="0">
                <a:solidFill>
                  <a:srgbClr val="457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Manque de temps</a:t>
            </a:r>
            <a:endParaRPr lang="fr-FR" sz="1733" noProof="0" dirty="0"/>
          </a:p>
        </p:txBody>
      </p:sp>
      <p:sp>
        <p:nvSpPr>
          <p:cNvPr id="11" name="Text 9"/>
          <p:cNvSpPr/>
          <p:nvPr/>
        </p:nvSpPr>
        <p:spPr>
          <a:xfrm>
            <a:off x="609600" y="3182112"/>
            <a:ext cx="1085088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467" noProof="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Nombreuses fonctionnalités implémentées mais certaines auraient pu être plus poussées</a:t>
            </a:r>
            <a:endParaRPr lang="fr-FR" sz="1467" noProof="0" dirty="0"/>
          </a:p>
        </p:txBody>
      </p:sp>
      <p:sp>
        <p:nvSpPr>
          <p:cNvPr id="20" name="Titre 1">
            <a:extLst>
              <a:ext uri="{FF2B5EF4-FFF2-40B4-BE49-F238E27FC236}">
                <a16:creationId xmlns:a16="http://schemas.microsoft.com/office/drawing/2014/main" id="{96AD0A0B-30FD-82E5-CBD7-A9FE99C742BE}"/>
              </a:ext>
            </a:extLst>
          </p:cNvPr>
          <p:cNvSpPr txBox="1">
            <a:spLocks/>
          </p:cNvSpPr>
          <p:nvPr/>
        </p:nvSpPr>
        <p:spPr>
          <a:xfrm>
            <a:off x="365760" y="32283"/>
            <a:ext cx="4978399" cy="9839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noProof="0" dirty="0"/>
              <a:t>Conclusion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6F7D70150B70A45AE2DF8E2454B0CC3" ma:contentTypeVersion="6" ma:contentTypeDescription="Crée un document." ma:contentTypeScope="" ma:versionID="5a84b8fb258261d594ab1bd1535ce03a">
  <xsd:schema xmlns:xsd="http://www.w3.org/2001/XMLSchema" xmlns:xs="http://www.w3.org/2001/XMLSchema" xmlns:p="http://schemas.microsoft.com/office/2006/metadata/properties" xmlns:ns2="2fdefbfd-c998-4f74-a6c8-2499f19be793" targetNamespace="http://schemas.microsoft.com/office/2006/metadata/properties" ma:root="true" ma:fieldsID="7fae2753450a88c42e342e40464b6cde" ns2:_="">
    <xsd:import namespace="2fdefbfd-c998-4f74-a6c8-2499f19be79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defbfd-c998-4f74-a6c8-2499f19be7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5967946-C2E7-44B2-BAA3-3BE2C987DF08}">
  <ds:schemaRefs>
    <ds:schemaRef ds:uri="2fdefbfd-c998-4f74-a6c8-2499f19be79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DAFBAAFF-D530-4AD2-BC36-DEC01954BEB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C21EA34-D69E-4458-B69C-37169D67FBFC}">
  <ds:schemaRefs>
    <ds:schemaRef ds:uri="2fdefbfd-c998-4f74-a6c8-2499f19be79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1407</Words>
  <Application>Microsoft Office PowerPoint</Application>
  <PresentationFormat>Grand écran</PresentationFormat>
  <Paragraphs>153</Paragraphs>
  <Slides>10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Courier New</vt:lpstr>
      <vt:lpstr>Thème Office</vt:lpstr>
      <vt:lpstr>Projet GIN</vt:lpstr>
      <vt:lpstr>Sommaire</vt:lpstr>
      <vt:lpstr>Présentation PowerPoint</vt:lpstr>
      <vt:lpstr>Diagramme GANTT</vt:lpstr>
      <vt:lpstr>Présentation PowerPoint</vt:lpstr>
      <vt:lpstr>Présentation PowerPoint</vt:lpstr>
      <vt:lpstr>Site WEB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Giovanardi Fabio</dc:creator>
  <cp:lastModifiedBy>Zuin William</cp:lastModifiedBy>
  <cp:revision>2</cp:revision>
  <dcterms:created xsi:type="dcterms:W3CDTF">2026-05-18T07:33:24Z</dcterms:created>
  <dcterms:modified xsi:type="dcterms:W3CDTF">2026-06-01T09:55:16Z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0x01010026F7D70150B70A45AE2DF8E2454B0CC3</vt:lpwstr>
  </property>
</Properties>
</file>